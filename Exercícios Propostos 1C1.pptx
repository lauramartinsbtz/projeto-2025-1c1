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  <p:sldMasterId id="214748367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y="6858000" cx="9144000"/>
  <p:notesSz cx="6858000" cy="9144000"/>
  <p:embeddedFontLst>
    <p:embeddedFont>
      <p:font typeface="Libre Franklin"/>
      <p:regular r:id="rId38"/>
      <p:bold r:id="rId39"/>
      <p:italic r:id="rId40"/>
      <p:boldItalic r:id="rId41"/>
    </p:embeddedFont>
    <p:embeddedFont>
      <p:font typeface="Libre Franklin Medium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6" roundtripDataSignature="AMtx7mhMrFlLPZMYIJT28TevAm6WmxUv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ibreFranklin-italic.fntdata"/><Relationship Id="rId20" Type="http://schemas.openxmlformats.org/officeDocument/2006/relationships/slide" Target="slides/slide13.xml"/><Relationship Id="rId42" Type="http://schemas.openxmlformats.org/officeDocument/2006/relationships/font" Target="fonts/LibreFranklinMedium-regular.fntdata"/><Relationship Id="rId41" Type="http://schemas.openxmlformats.org/officeDocument/2006/relationships/font" Target="fonts/LibreFranklin-boldItalic.fntdata"/><Relationship Id="rId22" Type="http://schemas.openxmlformats.org/officeDocument/2006/relationships/slide" Target="slides/slide15.xml"/><Relationship Id="rId44" Type="http://schemas.openxmlformats.org/officeDocument/2006/relationships/font" Target="fonts/LibreFranklinMedium-italic.fntdata"/><Relationship Id="rId21" Type="http://schemas.openxmlformats.org/officeDocument/2006/relationships/slide" Target="slides/slide14.xml"/><Relationship Id="rId43" Type="http://schemas.openxmlformats.org/officeDocument/2006/relationships/font" Target="fonts/LibreFranklinMedium-bold.fntdata"/><Relationship Id="rId24" Type="http://schemas.openxmlformats.org/officeDocument/2006/relationships/slide" Target="slides/slide17.xml"/><Relationship Id="rId46" Type="http://customschemas.google.com/relationships/presentationmetadata" Target="metadata"/><Relationship Id="rId23" Type="http://schemas.openxmlformats.org/officeDocument/2006/relationships/slide" Target="slides/slide16.xml"/><Relationship Id="rId45" Type="http://schemas.openxmlformats.org/officeDocument/2006/relationships/font" Target="fonts/LibreFranklinMedium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slide" Target="slides/slide30.xml"/><Relationship Id="rId14" Type="http://schemas.openxmlformats.org/officeDocument/2006/relationships/slide" Target="slides/slide7.xml"/><Relationship Id="rId36" Type="http://schemas.openxmlformats.org/officeDocument/2006/relationships/slide" Target="slides/slide29.xml"/><Relationship Id="rId17" Type="http://schemas.openxmlformats.org/officeDocument/2006/relationships/slide" Target="slides/slide10.xml"/><Relationship Id="rId39" Type="http://schemas.openxmlformats.org/officeDocument/2006/relationships/font" Target="fonts/LibreFranklin-bold.fntdata"/><Relationship Id="rId16" Type="http://schemas.openxmlformats.org/officeDocument/2006/relationships/slide" Target="slides/slide9.xml"/><Relationship Id="rId38" Type="http://schemas.openxmlformats.org/officeDocument/2006/relationships/font" Target="fonts/LibreFranklin-regular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3" name="Google Shape;25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1" name="Google Shape;26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3651a9bdf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g33651a9bdfc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3651a9bdfc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33651a9bdfc_1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5c83460dbf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g35c83460dbf_0_1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5c83460dbf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g35c83460dbf_0_1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5c83bc5b3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g35c83bc5b32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5c83bc5b32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g35c83bc5b32_4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5f9e6d1068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g35f9e6d1068_3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5f9e6d1068_3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g35f9e6d1068_3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5f9e6d1068_3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g35f9e6d1068_3_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60c9fefca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g360c9fefca3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60c9fefca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g360c9fefca3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60c9fefca3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g360c9fefca3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60c9fefca3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g360c9fefca3_0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66986a6c69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g366986a6c69_7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679b6db2cb_3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g3679b6db2cb_3_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679b6db2cb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g3679b6db2cb_3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686e68a3cf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g3686e68a3cf_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694836285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g3694836285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627718ef54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g3627718ef54_3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627718ef54_3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g3627718ef54_3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627718ef54_3_1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3627718ef54_3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627718ef54_3_2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627718ef54_3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627718ef54_3_2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3627718ef54_3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627718ef54_3_3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3627718ef54_3_3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628a5f0d8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g3628a5f0d86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628a5f0d8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g3628a5f0d86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628a5f0d86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g3628a5f0d86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628a5f0d86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g3628a5f0d86_0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5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8"/>
          <p:cNvSpPr txBox="1"/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8"/>
          <p:cNvSpPr txBox="1"/>
          <p:nvPr>
            <p:ph idx="1" type="body"/>
          </p:nvPr>
        </p:nvSpPr>
        <p:spPr>
          <a:xfrm>
            <a:off x="304800" y="1554162"/>
            <a:ext cx="8686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?"/>
              <a:defRPr/>
            </a:lvl1pPr>
            <a:lvl2pPr indent="-30861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?"/>
              <a:defRPr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?"/>
              <a:defRPr/>
            </a:lvl4pPr>
            <a:lvl5pPr indent="-297179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5pPr>
            <a:lvl6pPr indent="-29717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6pPr>
            <a:lvl7pPr indent="-29717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7pPr>
            <a:lvl8pPr indent="-297179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indent="-297179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/>
        </p:txBody>
      </p:sp>
      <p:sp>
        <p:nvSpPr>
          <p:cNvPr id="17" name="Google Shape;17;p28"/>
          <p:cNvSpPr txBox="1"/>
          <p:nvPr>
            <p:ph idx="10" type="dt"/>
          </p:nvPr>
        </p:nvSpPr>
        <p:spPr>
          <a:xfrm>
            <a:off x="6477000" y="76200"/>
            <a:ext cx="2514600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8"/>
          <p:cNvSpPr txBox="1"/>
          <p:nvPr>
            <p:ph idx="11" type="ftr"/>
          </p:nvPr>
        </p:nvSpPr>
        <p:spPr>
          <a:xfrm>
            <a:off x="3581400" y="76200"/>
            <a:ext cx="2895600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8"/>
          <p:cNvSpPr txBox="1"/>
          <p:nvPr>
            <p:ph idx="12" type="sldNum"/>
          </p:nvPr>
        </p:nvSpPr>
        <p:spPr>
          <a:xfrm>
            <a:off x="8229600" y="6473952"/>
            <a:ext cx="758952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showMasterSp="0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29"/>
          <p:cNvCxnSpPr/>
          <p:nvPr/>
        </p:nvCxnSpPr>
        <p:spPr>
          <a:xfrm>
            <a:off x="514350" y="5349902"/>
            <a:ext cx="8629650" cy="2381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29"/>
          <p:cNvSpPr txBox="1"/>
          <p:nvPr>
            <p:ph type="ctrTitle"/>
          </p:nvPr>
        </p:nvSpPr>
        <p:spPr>
          <a:xfrm>
            <a:off x="381000" y="4853411"/>
            <a:ext cx="8458200" cy="1222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9"/>
          <p:cNvSpPr txBox="1"/>
          <p:nvPr>
            <p:ph idx="1" type="subTitle"/>
          </p:nvPr>
        </p:nvSpPr>
        <p:spPr>
          <a:xfrm>
            <a:off x="381000" y="3886200"/>
            <a:ext cx="8458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None/>
              <a:defRPr sz="2400">
                <a:solidFill>
                  <a:srgbClr val="44332A"/>
                </a:solidFill>
              </a:defRPr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  <a:defRPr/>
            </a:lvl9pPr>
          </a:lstStyle>
          <a:p/>
        </p:txBody>
      </p:sp>
      <p:sp>
        <p:nvSpPr>
          <p:cNvPr id="24" name="Google Shape;24;p29"/>
          <p:cNvSpPr txBox="1"/>
          <p:nvPr>
            <p:ph idx="10" type="dt"/>
          </p:nvPr>
        </p:nvSpPr>
        <p:spPr>
          <a:xfrm>
            <a:off x="6477000" y="76200"/>
            <a:ext cx="2514600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9"/>
          <p:cNvSpPr txBox="1"/>
          <p:nvPr>
            <p:ph idx="11" type="ftr"/>
          </p:nvPr>
        </p:nvSpPr>
        <p:spPr>
          <a:xfrm>
            <a:off x="3124200" y="76200"/>
            <a:ext cx="3352800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9"/>
          <p:cNvSpPr txBox="1"/>
          <p:nvPr>
            <p:ph idx="12" type="sldNum"/>
          </p:nvPr>
        </p:nvSpPr>
        <p:spPr>
          <a:xfrm>
            <a:off x="8229600" y="6473952"/>
            <a:ext cx="758952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showMasterSp="0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8;p30"/>
          <p:cNvCxnSpPr/>
          <p:nvPr/>
        </p:nvCxnSpPr>
        <p:spPr>
          <a:xfrm>
            <a:off x="514350" y="3444902"/>
            <a:ext cx="8629650" cy="2381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" name="Google Shape;29;p30"/>
          <p:cNvSpPr txBox="1"/>
          <p:nvPr>
            <p:ph idx="1" type="body"/>
          </p:nvPr>
        </p:nvSpPr>
        <p:spPr>
          <a:xfrm>
            <a:off x="381000" y="1676400"/>
            <a:ext cx="84582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2000">
                <a:solidFill>
                  <a:srgbClr val="DCD0B0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  <a:defRPr sz="1400">
                <a:solidFill>
                  <a:schemeClr val="lt1"/>
                </a:solidFill>
              </a:defRPr>
            </a:lvl5pPr>
            <a:lvl6pPr indent="-29717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6pPr>
            <a:lvl7pPr indent="-29717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7pPr>
            <a:lvl8pPr indent="-297179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indent="-297179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/>
        </p:txBody>
      </p:sp>
      <p:sp>
        <p:nvSpPr>
          <p:cNvPr id="30" name="Google Shape;30;p30"/>
          <p:cNvSpPr txBox="1"/>
          <p:nvPr>
            <p:ph idx="10" type="dt"/>
          </p:nvPr>
        </p:nvSpPr>
        <p:spPr>
          <a:xfrm>
            <a:off x="6477000" y="76200"/>
            <a:ext cx="2514600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0"/>
          <p:cNvSpPr txBox="1"/>
          <p:nvPr>
            <p:ph idx="11" type="ftr"/>
          </p:nvPr>
        </p:nvSpPr>
        <p:spPr>
          <a:xfrm>
            <a:off x="3124200" y="76200"/>
            <a:ext cx="3352800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0"/>
          <p:cNvSpPr txBox="1"/>
          <p:nvPr>
            <p:ph idx="12" type="sldNum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3" name="Google Shape;33;p30"/>
          <p:cNvSpPr txBox="1"/>
          <p:nvPr>
            <p:ph type="title"/>
          </p:nvPr>
        </p:nvSpPr>
        <p:spPr>
          <a:xfrm>
            <a:off x="180475" y="2947085"/>
            <a:ext cx="8686800" cy="118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Libre Franklin Medium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1"/>
          <p:cNvSpPr txBox="1"/>
          <p:nvPr>
            <p:ph type="title"/>
          </p:nvPr>
        </p:nvSpPr>
        <p:spPr>
          <a:xfrm>
            <a:off x="301752" y="457200"/>
            <a:ext cx="868680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1"/>
          <p:cNvSpPr txBox="1"/>
          <p:nvPr>
            <p:ph idx="1" type="body"/>
          </p:nvPr>
        </p:nvSpPr>
        <p:spPr>
          <a:xfrm>
            <a:off x="304800" y="1600200"/>
            <a:ext cx="41910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306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960"/>
              <a:buChar char="?"/>
              <a:defRPr sz="2800"/>
            </a:lvl1pPr>
            <a:lvl2pPr indent="-33528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Char char="?"/>
              <a:defRPr sz="2400"/>
            </a:lvl2pPr>
            <a:lvl3pPr indent="-3175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?"/>
              <a:defRPr sz="2000"/>
            </a:lvl3pPr>
            <a:lvl4pPr indent="-30861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?"/>
              <a:defRPr sz="1800"/>
            </a:lvl4pPr>
            <a:lvl5pPr indent="-297179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 sz="1800"/>
            </a:lvl5pPr>
            <a:lvl6pPr indent="-29717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6pPr>
            <a:lvl7pPr indent="-29717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7pPr>
            <a:lvl8pPr indent="-297179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indent="-297179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/>
        </p:txBody>
      </p:sp>
      <p:sp>
        <p:nvSpPr>
          <p:cNvPr id="37" name="Google Shape;37;p31"/>
          <p:cNvSpPr txBox="1"/>
          <p:nvPr>
            <p:ph idx="2" type="body"/>
          </p:nvPr>
        </p:nvSpPr>
        <p:spPr>
          <a:xfrm>
            <a:off x="4648200" y="1600200"/>
            <a:ext cx="43434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306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960"/>
              <a:buChar char="?"/>
              <a:defRPr sz="2800"/>
            </a:lvl1pPr>
            <a:lvl2pPr indent="-33528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Char char="?"/>
              <a:defRPr sz="2400"/>
            </a:lvl2pPr>
            <a:lvl3pPr indent="-3175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?"/>
              <a:defRPr sz="2000"/>
            </a:lvl3pPr>
            <a:lvl4pPr indent="-30861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?"/>
              <a:defRPr sz="1800"/>
            </a:lvl4pPr>
            <a:lvl5pPr indent="-297179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 sz="1800"/>
            </a:lvl5pPr>
            <a:lvl6pPr indent="-29717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6pPr>
            <a:lvl7pPr indent="-29717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7pPr>
            <a:lvl8pPr indent="-297179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indent="-297179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/>
        </p:txBody>
      </p:sp>
      <p:sp>
        <p:nvSpPr>
          <p:cNvPr id="38" name="Google Shape;38;p31"/>
          <p:cNvSpPr txBox="1"/>
          <p:nvPr>
            <p:ph idx="10" type="dt"/>
          </p:nvPr>
        </p:nvSpPr>
        <p:spPr>
          <a:xfrm>
            <a:off x="6477000" y="76200"/>
            <a:ext cx="2514600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1"/>
          <p:cNvSpPr txBox="1"/>
          <p:nvPr>
            <p:ph idx="11" type="ftr"/>
          </p:nvPr>
        </p:nvSpPr>
        <p:spPr>
          <a:xfrm>
            <a:off x="3124200" y="76200"/>
            <a:ext cx="3352800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1"/>
          <p:cNvSpPr txBox="1"/>
          <p:nvPr>
            <p:ph idx="12" type="sldNum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showMasterSp="0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2"/>
          <p:cNvSpPr txBox="1"/>
          <p:nvPr>
            <p:ph type="title"/>
          </p:nvPr>
        </p:nvSpPr>
        <p:spPr>
          <a:xfrm>
            <a:off x="304800" y="5410200"/>
            <a:ext cx="8610600" cy="882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Libre Franklin Medium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2"/>
          <p:cNvSpPr txBox="1"/>
          <p:nvPr>
            <p:ph idx="1" type="body"/>
          </p:nvPr>
        </p:nvSpPr>
        <p:spPr>
          <a:xfrm>
            <a:off x="281444" y="666750"/>
            <a:ext cx="4290556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 b="0" sz="1800" cap="none">
                <a:solidFill>
                  <a:srgbClr val="AF762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960"/>
              <a:buNone/>
              <a:defRPr b="1" sz="1600"/>
            </a:lvl5pPr>
            <a:lvl6pPr indent="-29717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6pPr>
            <a:lvl7pPr indent="-29717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7pPr>
            <a:lvl8pPr indent="-297179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indent="-297179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/>
        </p:txBody>
      </p:sp>
      <p:sp>
        <p:nvSpPr>
          <p:cNvPr id="44" name="Google Shape;44;p32"/>
          <p:cNvSpPr txBox="1"/>
          <p:nvPr>
            <p:ph idx="2" type="body"/>
          </p:nvPr>
        </p:nvSpPr>
        <p:spPr>
          <a:xfrm>
            <a:off x="4645025" y="666750"/>
            <a:ext cx="4292241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 b="0" sz="1800" cap="none">
                <a:solidFill>
                  <a:srgbClr val="AF762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960"/>
              <a:buNone/>
              <a:defRPr b="1" sz="1600"/>
            </a:lvl5pPr>
            <a:lvl6pPr indent="-29717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6pPr>
            <a:lvl7pPr indent="-29717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7pPr>
            <a:lvl8pPr indent="-297179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indent="-297179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/>
        </p:txBody>
      </p:sp>
      <p:sp>
        <p:nvSpPr>
          <p:cNvPr id="45" name="Google Shape;45;p32"/>
          <p:cNvSpPr txBox="1"/>
          <p:nvPr>
            <p:ph idx="3" type="body"/>
          </p:nvPr>
        </p:nvSpPr>
        <p:spPr>
          <a:xfrm>
            <a:off x="281444" y="1316037"/>
            <a:ext cx="4290556" cy="3941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528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Char char="?"/>
              <a:defRPr sz="2400"/>
            </a:lvl1pPr>
            <a:lvl2pPr indent="-3175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?"/>
              <a:defRPr sz="2000"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?"/>
              <a:defRPr sz="1800"/>
            </a:lvl3pPr>
            <a:lvl4pPr indent="-299719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Char char="?"/>
              <a:defRPr sz="1600"/>
            </a:lvl4pPr>
            <a:lvl5pPr indent="-28956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960"/>
              <a:buChar char="?"/>
              <a:defRPr sz="1600"/>
            </a:lvl5pPr>
            <a:lvl6pPr indent="-29717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6pPr>
            <a:lvl7pPr indent="-29717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7pPr>
            <a:lvl8pPr indent="-297179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indent="-297179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/>
        </p:txBody>
      </p:sp>
      <p:sp>
        <p:nvSpPr>
          <p:cNvPr id="46" name="Google Shape;46;p32"/>
          <p:cNvSpPr txBox="1"/>
          <p:nvPr>
            <p:ph idx="4" type="body"/>
          </p:nvPr>
        </p:nvSpPr>
        <p:spPr>
          <a:xfrm>
            <a:off x="4648730" y="1316037"/>
            <a:ext cx="4288536" cy="3941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528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Char char="?"/>
              <a:defRPr sz="2400"/>
            </a:lvl1pPr>
            <a:lvl2pPr indent="-3175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?"/>
              <a:defRPr sz="2000"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?"/>
              <a:defRPr sz="1800"/>
            </a:lvl3pPr>
            <a:lvl4pPr indent="-299719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Char char="?"/>
              <a:defRPr sz="1600"/>
            </a:lvl4pPr>
            <a:lvl5pPr indent="-28956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960"/>
              <a:buChar char="?"/>
              <a:defRPr sz="1600"/>
            </a:lvl5pPr>
            <a:lvl6pPr indent="-29717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6pPr>
            <a:lvl7pPr indent="-29717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7pPr>
            <a:lvl8pPr indent="-297179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indent="-297179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/>
        </p:txBody>
      </p:sp>
      <p:sp>
        <p:nvSpPr>
          <p:cNvPr id="47" name="Google Shape;47;p32"/>
          <p:cNvSpPr txBox="1"/>
          <p:nvPr>
            <p:ph idx="10" type="dt"/>
          </p:nvPr>
        </p:nvSpPr>
        <p:spPr>
          <a:xfrm>
            <a:off x="6477000" y="76200"/>
            <a:ext cx="2514600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2"/>
          <p:cNvSpPr txBox="1"/>
          <p:nvPr>
            <p:ph idx="11" type="ftr"/>
          </p:nvPr>
        </p:nvSpPr>
        <p:spPr>
          <a:xfrm>
            <a:off x="3124200" y="76200"/>
            <a:ext cx="3352800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2"/>
          <p:cNvSpPr txBox="1"/>
          <p:nvPr>
            <p:ph idx="12" type="sldNum"/>
          </p:nvPr>
        </p:nvSpPr>
        <p:spPr>
          <a:xfrm>
            <a:off x="8229600" y="6477000"/>
            <a:ext cx="7620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50" name="Google Shape;50;p32"/>
          <p:cNvCxnSpPr/>
          <p:nvPr/>
        </p:nvCxnSpPr>
        <p:spPr>
          <a:xfrm>
            <a:off x="514350" y="6019800"/>
            <a:ext cx="8629650" cy="2381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3"/>
          <p:cNvSpPr txBox="1"/>
          <p:nvPr>
            <p:ph type="title"/>
          </p:nvPr>
        </p:nvSpPr>
        <p:spPr>
          <a:xfrm>
            <a:off x="301752" y="457200"/>
            <a:ext cx="868680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3"/>
          <p:cNvSpPr txBox="1"/>
          <p:nvPr>
            <p:ph idx="10" type="dt"/>
          </p:nvPr>
        </p:nvSpPr>
        <p:spPr>
          <a:xfrm>
            <a:off x="6477000" y="76200"/>
            <a:ext cx="2514600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3"/>
          <p:cNvSpPr txBox="1"/>
          <p:nvPr>
            <p:ph idx="11" type="ftr"/>
          </p:nvPr>
        </p:nvSpPr>
        <p:spPr>
          <a:xfrm>
            <a:off x="3124200" y="76200"/>
            <a:ext cx="3352800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3"/>
          <p:cNvSpPr txBox="1"/>
          <p:nvPr>
            <p:ph idx="12" type="sldNum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showMasterSp="0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4"/>
          <p:cNvSpPr txBox="1"/>
          <p:nvPr>
            <p:ph idx="10" type="dt"/>
          </p:nvPr>
        </p:nvSpPr>
        <p:spPr>
          <a:xfrm>
            <a:off x="6477000" y="76200"/>
            <a:ext cx="2514600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4"/>
          <p:cNvSpPr txBox="1"/>
          <p:nvPr>
            <p:ph idx="11" type="ftr"/>
          </p:nvPr>
        </p:nvSpPr>
        <p:spPr>
          <a:xfrm>
            <a:off x="3124200" y="76200"/>
            <a:ext cx="3352800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4"/>
          <p:cNvSpPr txBox="1"/>
          <p:nvPr>
            <p:ph idx="12" type="sldNum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showMasterSp="0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35"/>
          <p:cNvCxnSpPr/>
          <p:nvPr/>
        </p:nvCxnSpPr>
        <p:spPr>
          <a:xfrm>
            <a:off x="514350" y="5849117"/>
            <a:ext cx="8629650" cy="2381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35"/>
          <p:cNvSpPr txBox="1"/>
          <p:nvPr>
            <p:ph type="title"/>
          </p:nvPr>
        </p:nvSpPr>
        <p:spPr>
          <a:xfrm>
            <a:off x="457200" y="5486400"/>
            <a:ext cx="84582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Libre Franklin Medium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5"/>
          <p:cNvSpPr txBox="1"/>
          <p:nvPr>
            <p:ph idx="1" type="body"/>
          </p:nvPr>
        </p:nvSpPr>
        <p:spPr>
          <a:xfrm>
            <a:off x="457200" y="609600"/>
            <a:ext cx="3008313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8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540"/>
              <a:buNone/>
              <a:defRPr sz="900"/>
            </a:lvl5pPr>
            <a:lvl6pPr indent="-29717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6pPr>
            <a:lvl7pPr indent="-29717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7pPr>
            <a:lvl8pPr indent="-297179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indent="-297179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/>
        </p:txBody>
      </p:sp>
      <p:sp>
        <p:nvSpPr>
          <p:cNvPr id="64" name="Google Shape;64;p35"/>
          <p:cNvSpPr txBox="1"/>
          <p:nvPr>
            <p:ph idx="2" type="body"/>
          </p:nvPr>
        </p:nvSpPr>
        <p:spPr>
          <a:xfrm>
            <a:off x="3575050" y="609600"/>
            <a:ext cx="534035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084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240"/>
              <a:buChar char="?"/>
              <a:defRPr sz="3200"/>
            </a:lvl1pPr>
            <a:lvl2pPr indent="-35306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960"/>
              <a:buChar char="?"/>
              <a:defRPr sz="2800"/>
            </a:lvl2pPr>
            <a:lvl3pPr indent="-33528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Char char="?"/>
              <a:defRPr sz="2400"/>
            </a:lvl3pPr>
            <a:lvl4pPr indent="-3175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?"/>
              <a:defRPr sz="2000"/>
            </a:lvl4pPr>
            <a:lvl5pPr indent="-3048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?"/>
              <a:defRPr sz="2000"/>
            </a:lvl5pPr>
            <a:lvl6pPr indent="-29717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6pPr>
            <a:lvl7pPr indent="-29717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7pPr>
            <a:lvl8pPr indent="-297179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indent="-297179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/>
        </p:txBody>
      </p:sp>
      <p:sp>
        <p:nvSpPr>
          <p:cNvPr id="65" name="Google Shape;65;p35"/>
          <p:cNvSpPr txBox="1"/>
          <p:nvPr>
            <p:ph idx="10" type="dt"/>
          </p:nvPr>
        </p:nvSpPr>
        <p:spPr>
          <a:xfrm>
            <a:off x="6477000" y="76200"/>
            <a:ext cx="2514600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5"/>
          <p:cNvSpPr txBox="1"/>
          <p:nvPr>
            <p:ph idx="11" type="ftr"/>
          </p:nvPr>
        </p:nvSpPr>
        <p:spPr>
          <a:xfrm>
            <a:off x="3124200" y="76200"/>
            <a:ext cx="3352800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5"/>
          <p:cNvSpPr txBox="1"/>
          <p:nvPr>
            <p:ph idx="12" type="sldNum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showMasterSp="0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6"/>
          <p:cNvSpPr/>
          <p:nvPr>
            <p:ph idx="2" type="pic"/>
          </p:nvPr>
        </p:nvSpPr>
        <p:spPr>
          <a:xfrm>
            <a:off x="3505200" y="616634"/>
            <a:ext cx="5029200" cy="3657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reflection blurRad="0" dir="5400000" dist="900" endA="500" endPos="10000" kx="0" rotWithShape="0" algn="bl" stA="49000" stPos="0" sy="-90000" ky="0"/>
          </a:effectLst>
        </p:spPr>
      </p:sp>
      <p:sp>
        <p:nvSpPr>
          <p:cNvPr id="70" name="Google Shape;70;p36"/>
          <p:cNvSpPr txBox="1"/>
          <p:nvPr>
            <p:ph idx="10" type="dt"/>
          </p:nvPr>
        </p:nvSpPr>
        <p:spPr>
          <a:xfrm>
            <a:off x="6477000" y="76200"/>
            <a:ext cx="2514600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6"/>
          <p:cNvSpPr txBox="1"/>
          <p:nvPr>
            <p:ph idx="11" type="ftr"/>
          </p:nvPr>
        </p:nvSpPr>
        <p:spPr>
          <a:xfrm>
            <a:off x="3124200" y="76200"/>
            <a:ext cx="3352800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6"/>
          <p:cNvSpPr txBox="1"/>
          <p:nvPr>
            <p:ph idx="12" type="sldNum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3" name="Google Shape;73;p36"/>
          <p:cNvSpPr txBox="1"/>
          <p:nvPr>
            <p:ph type="title"/>
          </p:nvPr>
        </p:nvSpPr>
        <p:spPr>
          <a:xfrm>
            <a:off x="381000" y="4993760"/>
            <a:ext cx="5867400" cy="522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Libre Franklin Medium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6"/>
          <p:cNvSpPr txBox="1"/>
          <p:nvPr>
            <p:ph idx="1" type="body"/>
          </p:nvPr>
        </p:nvSpPr>
        <p:spPr>
          <a:xfrm>
            <a:off x="381000" y="5533218"/>
            <a:ext cx="5867400" cy="768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09725" spcFirstLastPara="1" rIns="91425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8194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840"/>
              <a:buChar char="?"/>
              <a:defRPr sz="1200"/>
            </a:lvl2pPr>
            <a:lvl3pPr indent="-2730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700"/>
              <a:buChar char="?"/>
              <a:defRPr sz="1000"/>
            </a:lvl3pPr>
            <a:lvl4pPr indent="-268605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630"/>
              <a:buChar char="?"/>
              <a:defRPr sz="900"/>
            </a:lvl4pPr>
            <a:lvl5pPr indent="-262889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540"/>
              <a:buChar char="?"/>
              <a:defRPr sz="900"/>
            </a:lvl5pPr>
            <a:lvl6pPr indent="-29717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6pPr>
            <a:lvl7pPr indent="-29717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7pPr>
            <a:lvl8pPr indent="-297179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indent="-297179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7"/>
          <p:cNvSpPr txBox="1"/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7"/>
          <p:cNvSpPr txBox="1"/>
          <p:nvPr>
            <p:ph idx="1" type="body"/>
          </p:nvPr>
        </p:nvSpPr>
        <p:spPr>
          <a:xfrm rot="5400000">
            <a:off x="2385219" y="-526257"/>
            <a:ext cx="4525963" cy="86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?"/>
              <a:defRPr/>
            </a:lvl1pPr>
            <a:lvl2pPr indent="-30861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?"/>
              <a:defRPr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?"/>
              <a:defRPr/>
            </a:lvl4pPr>
            <a:lvl5pPr indent="-297179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5pPr>
            <a:lvl6pPr indent="-29717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6pPr>
            <a:lvl7pPr indent="-29717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7pPr>
            <a:lvl8pPr indent="-297179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indent="-297179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/>
        </p:txBody>
      </p:sp>
      <p:sp>
        <p:nvSpPr>
          <p:cNvPr id="78" name="Google Shape;78;p37"/>
          <p:cNvSpPr txBox="1"/>
          <p:nvPr>
            <p:ph idx="10" type="dt"/>
          </p:nvPr>
        </p:nvSpPr>
        <p:spPr>
          <a:xfrm>
            <a:off x="6477000" y="76200"/>
            <a:ext cx="2514600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7"/>
          <p:cNvSpPr txBox="1"/>
          <p:nvPr>
            <p:ph idx="11" type="ftr"/>
          </p:nvPr>
        </p:nvSpPr>
        <p:spPr>
          <a:xfrm>
            <a:off x="3124200" y="76200"/>
            <a:ext cx="3352800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7"/>
          <p:cNvSpPr txBox="1"/>
          <p:nvPr>
            <p:ph idx="12" type="sldNum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showMasterSp="0" type="vertTitleAndTx">
  <p:cSld name="VERTICAL_TITLE_AND_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8"/>
          <p:cNvSpPr txBox="1"/>
          <p:nvPr>
            <p:ph type="title"/>
          </p:nvPr>
        </p:nvSpPr>
        <p:spPr>
          <a:xfrm rot="5400000">
            <a:off x="4846638" y="2560639"/>
            <a:ext cx="5851525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8"/>
          <p:cNvSpPr txBox="1"/>
          <p:nvPr>
            <p:ph idx="1" type="body"/>
          </p:nvPr>
        </p:nvSpPr>
        <p:spPr>
          <a:xfrm rot="5400000">
            <a:off x="655638" y="350838"/>
            <a:ext cx="5851525" cy="6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?"/>
              <a:defRPr/>
            </a:lvl1pPr>
            <a:lvl2pPr indent="-30861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?"/>
              <a:defRPr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?"/>
              <a:defRPr/>
            </a:lvl4pPr>
            <a:lvl5pPr indent="-297179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5pPr>
            <a:lvl6pPr indent="-29717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6pPr>
            <a:lvl7pPr indent="-29717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7pPr>
            <a:lvl8pPr indent="-297179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indent="-297179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/>
        </p:txBody>
      </p:sp>
      <p:sp>
        <p:nvSpPr>
          <p:cNvPr id="84" name="Google Shape;84;p38"/>
          <p:cNvSpPr txBox="1"/>
          <p:nvPr>
            <p:ph idx="10" type="dt"/>
          </p:nvPr>
        </p:nvSpPr>
        <p:spPr>
          <a:xfrm>
            <a:off x="6477000" y="76200"/>
            <a:ext cx="2514600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8"/>
          <p:cNvSpPr txBox="1"/>
          <p:nvPr>
            <p:ph idx="11" type="ftr"/>
          </p:nvPr>
        </p:nvSpPr>
        <p:spPr>
          <a:xfrm>
            <a:off x="3124200" y="76200"/>
            <a:ext cx="3352800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8"/>
          <p:cNvSpPr txBox="1"/>
          <p:nvPr>
            <p:ph idx="12" type="sldNum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5c83460dbf_0_193"/>
          <p:cNvSpPr txBox="1"/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g35c83460dbf_0_193"/>
          <p:cNvSpPr txBox="1"/>
          <p:nvPr>
            <p:ph idx="1" type="body"/>
          </p:nvPr>
        </p:nvSpPr>
        <p:spPr>
          <a:xfrm>
            <a:off x="304800" y="1554162"/>
            <a:ext cx="8686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?"/>
              <a:defRPr/>
            </a:lvl1pPr>
            <a:lvl2pPr indent="-30861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?"/>
              <a:defRPr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?"/>
              <a:defRPr/>
            </a:lvl4pPr>
            <a:lvl5pPr indent="-297179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5pPr>
            <a:lvl6pPr indent="-29717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6pPr>
            <a:lvl7pPr indent="-29717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7pPr>
            <a:lvl8pPr indent="-297179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indent="-297179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/>
        </p:txBody>
      </p:sp>
      <p:sp>
        <p:nvSpPr>
          <p:cNvPr id="99" name="Google Shape;99;g35c83460dbf_0_193"/>
          <p:cNvSpPr txBox="1"/>
          <p:nvPr>
            <p:ph idx="10" type="dt"/>
          </p:nvPr>
        </p:nvSpPr>
        <p:spPr>
          <a:xfrm>
            <a:off x="6477000" y="76200"/>
            <a:ext cx="25146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g35c83460dbf_0_193"/>
          <p:cNvSpPr txBox="1"/>
          <p:nvPr>
            <p:ph idx="11" type="ftr"/>
          </p:nvPr>
        </p:nvSpPr>
        <p:spPr>
          <a:xfrm>
            <a:off x="3581400" y="76200"/>
            <a:ext cx="28956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g35c83460dbf_0_193"/>
          <p:cNvSpPr txBox="1"/>
          <p:nvPr>
            <p:ph idx="12" type="sldNum"/>
          </p:nvPr>
        </p:nvSpPr>
        <p:spPr>
          <a:xfrm>
            <a:off x="8229600" y="6473952"/>
            <a:ext cx="759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showMasterSp="0" type="title">
  <p:cSld name="TITLE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" name="Google Shape;103;g35c83460dbf_0_199"/>
          <p:cNvCxnSpPr/>
          <p:nvPr/>
        </p:nvCxnSpPr>
        <p:spPr>
          <a:xfrm>
            <a:off x="514350" y="5349902"/>
            <a:ext cx="8629800" cy="2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" name="Google Shape;104;g35c83460dbf_0_199"/>
          <p:cNvSpPr txBox="1"/>
          <p:nvPr>
            <p:ph type="ctrTitle"/>
          </p:nvPr>
        </p:nvSpPr>
        <p:spPr>
          <a:xfrm>
            <a:off x="381000" y="4853411"/>
            <a:ext cx="8458200" cy="12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g35c83460dbf_0_199"/>
          <p:cNvSpPr txBox="1"/>
          <p:nvPr>
            <p:ph idx="1" type="subTitle"/>
          </p:nvPr>
        </p:nvSpPr>
        <p:spPr>
          <a:xfrm>
            <a:off x="381000" y="3886200"/>
            <a:ext cx="8458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None/>
              <a:defRPr sz="2400">
                <a:solidFill>
                  <a:srgbClr val="44332A"/>
                </a:solidFill>
              </a:defRPr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  <a:defRPr/>
            </a:lvl9pPr>
          </a:lstStyle>
          <a:p/>
        </p:txBody>
      </p:sp>
      <p:sp>
        <p:nvSpPr>
          <p:cNvPr id="106" name="Google Shape;106;g35c83460dbf_0_199"/>
          <p:cNvSpPr txBox="1"/>
          <p:nvPr>
            <p:ph idx="10" type="dt"/>
          </p:nvPr>
        </p:nvSpPr>
        <p:spPr>
          <a:xfrm>
            <a:off x="6477000" y="76200"/>
            <a:ext cx="25146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g35c83460dbf_0_199"/>
          <p:cNvSpPr txBox="1"/>
          <p:nvPr>
            <p:ph idx="11" type="ftr"/>
          </p:nvPr>
        </p:nvSpPr>
        <p:spPr>
          <a:xfrm>
            <a:off x="3124200" y="76200"/>
            <a:ext cx="33528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g35c83460dbf_0_199"/>
          <p:cNvSpPr txBox="1"/>
          <p:nvPr>
            <p:ph idx="12" type="sldNum"/>
          </p:nvPr>
        </p:nvSpPr>
        <p:spPr>
          <a:xfrm>
            <a:off x="8229600" y="6473952"/>
            <a:ext cx="759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showMasterSp="0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0" name="Google Shape;110;g35c83460dbf_0_206"/>
          <p:cNvCxnSpPr/>
          <p:nvPr/>
        </p:nvCxnSpPr>
        <p:spPr>
          <a:xfrm>
            <a:off x="514350" y="3444902"/>
            <a:ext cx="8629800" cy="2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1" name="Google Shape;111;g35c83460dbf_0_206"/>
          <p:cNvSpPr txBox="1"/>
          <p:nvPr>
            <p:ph idx="1" type="body"/>
          </p:nvPr>
        </p:nvSpPr>
        <p:spPr>
          <a:xfrm>
            <a:off x="381000" y="1676400"/>
            <a:ext cx="84582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2000">
                <a:solidFill>
                  <a:srgbClr val="DCD0B0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  <a:defRPr sz="1400">
                <a:solidFill>
                  <a:schemeClr val="lt1"/>
                </a:solidFill>
              </a:defRPr>
            </a:lvl5pPr>
            <a:lvl6pPr indent="-29717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6pPr>
            <a:lvl7pPr indent="-29717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7pPr>
            <a:lvl8pPr indent="-297179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indent="-297179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/>
        </p:txBody>
      </p:sp>
      <p:sp>
        <p:nvSpPr>
          <p:cNvPr id="112" name="Google Shape;112;g35c83460dbf_0_206"/>
          <p:cNvSpPr txBox="1"/>
          <p:nvPr>
            <p:ph idx="10" type="dt"/>
          </p:nvPr>
        </p:nvSpPr>
        <p:spPr>
          <a:xfrm>
            <a:off x="6477000" y="76200"/>
            <a:ext cx="25146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g35c83460dbf_0_206"/>
          <p:cNvSpPr txBox="1"/>
          <p:nvPr>
            <p:ph idx="11" type="ftr"/>
          </p:nvPr>
        </p:nvSpPr>
        <p:spPr>
          <a:xfrm>
            <a:off x="3124200" y="76200"/>
            <a:ext cx="33528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g35c83460dbf_0_206"/>
          <p:cNvSpPr txBox="1"/>
          <p:nvPr>
            <p:ph idx="12" type="sldNum"/>
          </p:nvPr>
        </p:nvSpPr>
        <p:spPr>
          <a:xfrm>
            <a:off x="8229600" y="6477000"/>
            <a:ext cx="7620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5" name="Google Shape;115;g35c83460dbf_0_206"/>
          <p:cNvSpPr txBox="1"/>
          <p:nvPr>
            <p:ph type="title"/>
          </p:nvPr>
        </p:nvSpPr>
        <p:spPr>
          <a:xfrm>
            <a:off x="180475" y="2947085"/>
            <a:ext cx="8686800" cy="11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Libre Franklin Medium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5c83460dbf_0_213"/>
          <p:cNvSpPr txBox="1"/>
          <p:nvPr>
            <p:ph type="title"/>
          </p:nvPr>
        </p:nvSpPr>
        <p:spPr>
          <a:xfrm>
            <a:off x="301752" y="457200"/>
            <a:ext cx="86868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g35c83460dbf_0_213"/>
          <p:cNvSpPr txBox="1"/>
          <p:nvPr>
            <p:ph idx="1" type="body"/>
          </p:nvPr>
        </p:nvSpPr>
        <p:spPr>
          <a:xfrm>
            <a:off x="304800" y="1600200"/>
            <a:ext cx="41910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306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960"/>
              <a:buChar char="?"/>
              <a:defRPr sz="2800"/>
            </a:lvl1pPr>
            <a:lvl2pPr indent="-33528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Char char="?"/>
              <a:defRPr sz="2400"/>
            </a:lvl2pPr>
            <a:lvl3pPr indent="-3175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?"/>
              <a:defRPr sz="2000"/>
            </a:lvl3pPr>
            <a:lvl4pPr indent="-30861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?"/>
              <a:defRPr sz="1800"/>
            </a:lvl4pPr>
            <a:lvl5pPr indent="-297179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 sz="1800"/>
            </a:lvl5pPr>
            <a:lvl6pPr indent="-29717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6pPr>
            <a:lvl7pPr indent="-29717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7pPr>
            <a:lvl8pPr indent="-297179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indent="-297179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/>
        </p:txBody>
      </p:sp>
      <p:sp>
        <p:nvSpPr>
          <p:cNvPr id="119" name="Google Shape;119;g35c83460dbf_0_213"/>
          <p:cNvSpPr txBox="1"/>
          <p:nvPr>
            <p:ph idx="2" type="body"/>
          </p:nvPr>
        </p:nvSpPr>
        <p:spPr>
          <a:xfrm>
            <a:off x="4648200" y="1600200"/>
            <a:ext cx="43434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306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960"/>
              <a:buChar char="?"/>
              <a:defRPr sz="2800"/>
            </a:lvl1pPr>
            <a:lvl2pPr indent="-33528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Char char="?"/>
              <a:defRPr sz="2400"/>
            </a:lvl2pPr>
            <a:lvl3pPr indent="-3175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?"/>
              <a:defRPr sz="2000"/>
            </a:lvl3pPr>
            <a:lvl4pPr indent="-30861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?"/>
              <a:defRPr sz="1800"/>
            </a:lvl4pPr>
            <a:lvl5pPr indent="-297179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 sz="1800"/>
            </a:lvl5pPr>
            <a:lvl6pPr indent="-29717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6pPr>
            <a:lvl7pPr indent="-29717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7pPr>
            <a:lvl8pPr indent="-297179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indent="-297179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/>
        </p:txBody>
      </p:sp>
      <p:sp>
        <p:nvSpPr>
          <p:cNvPr id="120" name="Google Shape;120;g35c83460dbf_0_213"/>
          <p:cNvSpPr txBox="1"/>
          <p:nvPr>
            <p:ph idx="10" type="dt"/>
          </p:nvPr>
        </p:nvSpPr>
        <p:spPr>
          <a:xfrm>
            <a:off x="6477000" y="76200"/>
            <a:ext cx="25146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g35c83460dbf_0_213"/>
          <p:cNvSpPr txBox="1"/>
          <p:nvPr>
            <p:ph idx="11" type="ftr"/>
          </p:nvPr>
        </p:nvSpPr>
        <p:spPr>
          <a:xfrm>
            <a:off x="3124200" y="76200"/>
            <a:ext cx="33528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g35c83460dbf_0_213"/>
          <p:cNvSpPr txBox="1"/>
          <p:nvPr>
            <p:ph idx="12" type="sldNum"/>
          </p:nvPr>
        </p:nvSpPr>
        <p:spPr>
          <a:xfrm>
            <a:off x="8229600" y="6477000"/>
            <a:ext cx="7620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showMasterSp="0" type="twoTxTwoObj">
  <p:cSld name="TWO_OBJECTS_WITH_TEXT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5c83460dbf_0_220"/>
          <p:cNvSpPr txBox="1"/>
          <p:nvPr>
            <p:ph type="title"/>
          </p:nvPr>
        </p:nvSpPr>
        <p:spPr>
          <a:xfrm>
            <a:off x="304800" y="5410200"/>
            <a:ext cx="8610600" cy="8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Libre Franklin Medium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g35c83460dbf_0_220"/>
          <p:cNvSpPr txBox="1"/>
          <p:nvPr>
            <p:ph idx="1" type="body"/>
          </p:nvPr>
        </p:nvSpPr>
        <p:spPr>
          <a:xfrm>
            <a:off x="281444" y="666750"/>
            <a:ext cx="42906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 b="0" sz="1800" cap="none">
                <a:solidFill>
                  <a:srgbClr val="AF762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960"/>
              <a:buNone/>
              <a:defRPr b="1" sz="1600"/>
            </a:lvl5pPr>
            <a:lvl6pPr indent="-29717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6pPr>
            <a:lvl7pPr indent="-29717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7pPr>
            <a:lvl8pPr indent="-297179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indent="-297179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/>
        </p:txBody>
      </p:sp>
      <p:sp>
        <p:nvSpPr>
          <p:cNvPr id="126" name="Google Shape;126;g35c83460dbf_0_220"/>
          <p:cNvSpPr txBox="1"/>
          <p:nvPr>
            <p:ph idx="2" type="body"/>
          </p:nvPr>
        </p:nvSpPr>
        <p:spPr>
          <a:xfrm>
            <a:off x="4645025" y="666750"/>
            <a:ext cx="4292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 b="0" sz="1800" cap="none">
                <a:solidFill>
                  <a:srgbClr val="AF762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960"/>
              <a:buNone/>
              <a:defRPr b="1" sz="1600"/>
            </a:lvl5pPr>
            <a:lvl6pPr indent="-29717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6pPr>
            <a:lvl7pPr indent="-29717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7pPr>
            <a:lvl8pPr indent="-297179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indent="-297179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/>
        </p:txBody>
      </p:sp>
      <p:sp>
        <p:nvSpPr>
          <p:cNvPr id="127" name="Google Shape;127;g35c83460dbf_0_220"/>
          <p:cNvSpPr txBox="1"/>
          <p:nvPr>
            <p:ph idx="3" type="body"/>
          </p:nvPr>
        </p:nvSpPr>
        <p:spPr>
          <a:xfrm>
            <a:off x="281444" y="1316037"/>
            <a:ext cx="4290600" cy="39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528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Char char="?"/>
              <a:defRPr sz="2400"/>
            </a:lvl1pPr>
            <a:lvl2pPr indent="-3175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?"/>
              <a:defRPr sz="2000"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?"/>
              <a:defRPr sz="1800"/>
            </a:lvl3pPr>
            <a:lvl4pPr indent="-299719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Char char="?"/>
              <a:defRPr sz="1600"/>
            </a:lvl4pPr>
            <a:lvl5pPr indent="-28956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960"/>
              <a:buChar char="?"/>
              <a:defRPr sz="1600"/>
            </a:lvl5pPr>
            <a:lvl6pPr indent="-29717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6pPr>
            <a:lvl7pPr indent="-29717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7pPr>
            <a:lvl8pPr indent="-297179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indent="-297179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/>
        </p:txBody>
      </p:sp>
      <p:sp>
        <p:nvSpPr>
          <p:cNvPr id="128" name="Google Shape;128;g35c83460dbf_0_220"/>
          <p:cNvSpPr txBox="1"/>
          <p:nvPr>
            <p:ph idx="4" type="body"/>
          </p:nvPr>
        </p:nvSpPr>
        <p:spPr>
          <a:xfrm>
            <a:off x="4648730" y="1316037"/>
            <a:ext cx="4288500" cy="39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528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Char char="?"/>
              <a:defRPr sz="2400"/>
            </a:lvl1pPr>
            <a:lvl2pPr indent="-3175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?"/>
              <a:defRPr sz="2000"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?"/>
              <a:defRPr sz="1800"/>
            </a:lvl3pPr>
            <a:lvl4pPr indent="-299719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Char char="?"/>
              <a:defRPr sz="1600"/>
            </a:lvl4pPr>
            <a:lvl5pPr indent="-28956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960"/>
              <a:buChar char="?"/>
              <a:defRPr sz="1600"/>
            </a:lvl5pPr>
            <a:lvl6pPr indent="-29717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6pPr>
            <a:lvl7pPr indent="-29717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7pPr>
            <a:lvl8pPr indent="-297179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indent="-297179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/>
        </p:txBody>
      </p:sp>
      <p:sp>
        <p:nvSpPr>
          <p:cNvPr id="129" name="Google Shape;129;g35c83460dbf_0_220"/>
          <p:cNvSpPr txBox="1"/>
          <p:nvPr>
            <p:ph idx="10" type="dt"/>
          </p:nvPr>
        </p:nvSpPr>
        <p:spPr>
          <a:xfrm>
            <a:off x="6477000" y="76200"/>
            <a:ext cx="25146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g35c83460dbf_0_220"/>
          <p:cNvSpPr txBox="1"/>
          <p:nvPr>
            <p:ph idx="11" type="ftr"/>
          </p:nvPr>
        </p:nvSpPr>
        <p:spPr>
          <a:xfrm>
            <a:off x="3124200" y="76200"/>
            <a:ext cx="33528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g35c83460dbf_0_220"/>
          <p:cNvSpPr txBox="1"/>
          <p:nvPr>
            <p:ph idx="12" type="sldNum"/>
          </p:nvPr>
        </p:nvSpPr>
        <p:spPr>
          <a:xfrm>
            <a:off x="8229600" y="6477000"/>
            <a:ext cx="762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132" name="Google Shape;132;g35c83460dbf_0_220"/>
          <p:cNvCxnSpPr/>
          <p:nvPr/>
        </p:nvCxnSpPr>
        <p:spPr>
          <a:xfrm>
            <a:off x="514350" y="6019800"/>
            <a:ext cx="8629800" cy="2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5c83460dbf_0_230"/>
          <p:cNvSpPr txBox="1"/>
          <p:nvPr>
            <p:ph type="title"/>
          </p:nvPr>
        </p:nvSpPr>
        <p:spPr>
          <a:xfrm>
            <a:off x="301752" y="457200"/>
            <a:ext cx="86868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g35c83460dbf_0_230"/>
          <p:cNvSpPr txBox="1"/>
          <p:nvPr>
            <p:ph idx="10" type="dt"/>
          </p:nvPr>
        </p:nvSpPr>
        <p:spPr>
          <a:xfrm>
            <a:off x="6477000" y="76200"/>
            <a:ext cx="25146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g35c83460dbf_0_230"/>
          <p:cNvSpPr txBox="1"/>
          <p:nvPr>
            <p:ph idx="11" type="ftr"/>
          </p:nvPr>
        </p:nvSpPr>
        <p:spPr>
          <a:xfrm>
            <a:off x="3124200" y="76200"/>
            <a:ext cx="33528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g35c83460dbf_0_230"/>
          <p:cNvSpPr txBox="1"/>
          <p:nvPr>
            <p:ph idx="12" type="sldNum"/>
          </p:nvPr>
        </p:nvSpPr>
        <p:spPr>
          <a:xfrm>
            <a:off x="8229600" y="6477000"/>
            <a:ext cx="7620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showMasterSp="0" type="blank">
  <p:cSld name="BLANK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5c83460dbf_0_235"/>
          <p:cNvSpPr txBox="1"/>
          <p:nvPr>
            <p:ph idx="10" type="dt"/>
          </p:nvPr>
        </p:nvSpPr>
        <p:spPr>
          <a:xfrm>
            <a:off x="6477000" y="76200"/>
            <a:ext cx="25146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g35c83460dbf_0_235"/>
          <p:cNvSpPr txBox="1"/>
          <p:nvPr>
            <p:ph idx="11" type="ftr"/>
          </p:nvPr>
        </p:nvSpPr>
        <p:spPr>
          <a:xfrm>
            <a:off x="3124200" y="76200"/>
            <a:ext cx="33528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g35c83460dbf_0_235"/>
          <p:cNvSpPr txBox="1"/>
          <p:nvPr>
            <p:ph idx="12" type="sldNum"/>
          </p:nvPr>
        </p:nvSpPr>
        <p:spPr>
          <a:xfrm>
            <a:off x="8229600" y="6477000"/>
            <a:ext cx="7620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showMasterSp="0" type="objTx">
  <p:cSld name="OBJECT_WITH_CAPTION_TEXT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3" name="Google Shape;143;g35c83460dbf_0_239"/>
          <p:cNvCxnSpPr/>
          <p:nvPr/>
        </p:nvCxnSpPr>
        <p:spPr>
          <a:xfrm>
            <a:off x="514350" y="5849117"/>
            <a:ext cx="8629800" cy="2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4" name="Google Shape;144;g35c83460dbf_0_239"/>
          <p:cNvSpPr txBox="1"/>
          <p:nvPr>
            <p:ph type="title"/>
          </p:nvPr>
        </p:nvSpPr>
        <p:spPr>
          <a:xfrm>
            <a:off x="457200" y="5486400"/>
            <a:ext cx="84582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Libre Franklin Medium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g35c83460dbf_0_239"/>
          <p:cNvSpPr txBox="1"/>
          <p:nvPr>
            <p:ph idx="1" type="body"/>
          </p:nvPr>
        </p:nvSpPr>
        <p:spPr>
          <a:xfrm>
            <a:off x="457200" y="609600"/>
            <a:ext cx="3008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8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540"/>
              <a:buNone/>
              <a:defRPr sz="900"/>
            </a:lvl5pPr>
            <a:lvl6pPr indent="-29717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6pPr>
            <a:lvl7pPr indent="-29717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7pPr>
            <a:lvl8pPr indent="-297179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indent="-297179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/>
        </p:txBody>
      </p:sp>
      <p:sp>
        <p:nvSpPr>
          <p:cNvPr id="146" name="Google Shape;146;g35c83460dbf_0_239"/>
          <p:cNvSpPr txBox="1"/>
          <p:nvPr>
            <p:ph idx="2" type="body"/>
          </p:nvPr>
        </p:nvSpPr>
        <p:spPr>
          <a:xfrm>
            <a:off x="3575050" y="609600"/>
            <a:ext cx="53403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084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240"/>
              <a:buChar char="?"/>
              <a:defRPr sz="3200"/>
            </a:lvl1pPr>
            <a:lvl2pPr indent="-35306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960"/>
              <a:buChar char="?"/>
              <a:defRPr sz="2800"/>
            </a:lvl2pPr>
            <a:lvl3pPr indent="-33528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Char char="?"/>
              <a:defRPr sz="2400"/>
            </a:lvl3pPr>
            <a:lvl4pPr indent="-3175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?"/>
              <a:defRPr sz="2000"/>
            </a:lvl4pPr>
            <a:lvl5pPr indent="-3048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?"/>
              <a:defRPr sz="2000"/>
            </a:lvl5pPr>
            <a:lvl6pPr indent="-29717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6pPr>
            <a:lvl7pPr indent="-29717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7pPr>
            <a:lvl8pPr indent="-297179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indent="-297179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/>
        </p:txBody>
      </p:sp>
      <p:sp>
        <p:nvSpPr>
          <p:cNvPr id="147" name="Google Shape;147;g35c83460dbf_0_239"/>
          <p:cNvSpPr txBox="1"/>
          <p:nvPr>
            <p:ph idx="10" type="dt"/>
          </p:nvPr>
        </p:nvSpPr>
        <p:spPr>
          <a:xfrm>
            <a:off x="6477000" y="76200"/>
            <a:ext cx="25146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g35c83460dbf_0_239"/>
          <p:cNvSpPr txBox="1"/>
          <p:nvPr>
            <p:ph idx="11" type="ftr"/>
          </p:nvPr>
        </p:nvSpPr>
        <p:spPr>
          <a:xfrm>
            <a:off x="3124200" y="76200"/>
            <a:ext cx="33528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g35c83460dbf_0_239"/>
          <p:cNvSpPr txBox="1"/>
          <p:nvPr>
            <p:ph idx="12" type="sldNum"/>
          </p:nvPr>
        </p:nvSpPr>
        <p:spPr>
          <a:xfrm>
            <a:off x="8229600" y="6477000"/>
            <a:ext cx="7620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showMasterSp="0" type="picTx">
  <p:cSld name="PICTURE_WITH_CAPTION_TEXT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5c83460dbf_0_247"/>
          <p:cNvSpPr/>
          <p:nvPr>
            <p:ph idx="2" type="pic"/>
          </p:nvPr>
        </p:nvSpPr>
        <p:spPr>
          <a:xfrm>
            <a:off x="3505200" y="616634"/>
            <a:ext cx="5029200" cy="3657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reflection blurRad="0" dir="5400000" dist="900" endA="500" endPos="10000" fadeDir="5400012" kx="0" rotWithShape="0" algn="bl" stA="49000" stPos="0" sy="-90000" ky="0"/>
          </a:effectLst>
        </p:spPr>
      </p:sp>
      <p:sp>
        <p:nvSpPr>
          <p:cNvPr id="152" name="Google Shape;152;g35c83460dbf_0_247"/>
          <p:cNvSpPr txBox="1"/>
          <p:nvPr>
            <p:ph idx="10" type="dt"/>
          </p:nvPr>
        </p:nvSpPr>
        <p:spPr>
          <a:xfrm>
            <a:off x="6477000" y="76200"/>
            <a:ext cx="25146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g35c83460dbf_0_247"/>
          <p:cNvSpPr txBox="1"/>
          <p:nvPr>
            <p:ph idx="11" type="ftr"/>
          </p:nvPr>
        </p:nvSpPr>
        <p:spPr>
          <a:xfrm>
            <a:off x="3124200" y="76200"/>
            <a:ext cx="33528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g35c83460dbf_0_247"/>
          <p:cNvSpPr txBox="1"/>
          <p:nvPr>
            <p:ph idx="12" type="sldNum"/>
          </p:nvPr>
        </p:nvSpPr>
        <p:spPr>
          <a:xfrm>
            <a:off x="8229600" y="6477000"/>
            <a:ext cx="7620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55" name="Google Shape;155;g35c83460dbf_0_247"/>
          <p:cNvSpPr txBox="1"/>
          <p:nvPr>
            <p:ph type="title"/>
          </p:nvPr>
        </p:nvSpPr>
        <p:spPr>
          <a:xfrm>
            <a:off x="381000" y="4993760"/>
            <a:ext cx="58674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Libre Franklin Medium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g35c83460dbf_0_247"/>
          <p:cNvSpPr txBox="1"/>
          <p:nvPr>
            <p:ph idx="1" type="body"/>
          </p:nvPr>
        </p:nvSpPr>
        <p:spPr>
          <a:xfrm>
            <a:off x="381000" y="5533218"/>
            <a:ext cx="5867400" cy="7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09725" spcFirstLastPara="1" rIns="91425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8194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840"/>
              <a:buChar char="?"/>
              <a:defRPr sz="1200"/>
            </a:lvl2pPr>
            <a:lvl3pPr indent="-2730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700"/>
              <a:buChar char="?"/>
              <a:defRPr sz="1000"/>
            </a:lvl3pPr>
            <a:lvl4pPr indent="-268605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630"/>
              <a:buChar char="?"/>
              <a:defRPr sz="900"/>
            </a:lvl4pPr>
            <a:lvl5pPr indent="-262889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540"/>
              <a:buChar char="?"/>
              <a:defRPr sz="900"/>
            </a:lvl5pPr>
            <a:lvl6pPr indent="-29717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6pPr>
            <a:lvl7pPr indent="-29717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7pPr>
            <a:lvl8pPr indent="-297179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indent="-297179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5c83460dbf_0_254"/>
          <p:cNvSpPr txBox="1"/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g35c83460dbf_0_254"/>
          <p:cNvSpPr txBox="1"/>
          <p:nvPr>
            <p:ph idx="1" type="body"/>
          </p:nvPr>
        </p:nvSpPr>
        <p:spPr>
          <a:xfrm rot="5400000">
            <a:off x="2385151" y="-526189"/>
            <a:ext cx="4526100" cy="86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?"/>
              <a:defRPr/>
            </a:lvl1pPr>
            <a:lvl2pPr indent="-30861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?"/>
              <a:defRPr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?"/>
              <a:defRPr/>
            </a:lvl4pPr>
            <a:lvl5pPr indent="-297179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5pPr>
            <a:lvl6pPr indent="-29717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6pPr>
            <a:lvl7pPr indent="-29717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7pPr>
            <a:lvl8pPr indent="-297179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indent="-297179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/>
        </p:txBody>
      </p:sp>
      <p:sp>
        <p:nvSpPr>
          <p:cNvPr id="160" name="Google Shape;160;g35c83460dbf_0_254"/>
          <p:cNvSpPr txBox="1"/>
          <p:nvPr>
            <p:ph idx="10" type="dt"/>
          </p:nvPr>
        </p:nvSpPr>
        <p:spPr>
          <a:xfrm>
            <a:off x="6477000" y="76200"/>
            <a:ext cx="25146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g35c83460dbf_0_254"/>
          <p:cNvSpPr txBox="1"/>
          <p:nvPr>
            <p:ph idx="11" type="ftr"/>
          </p:nvPr>
        </p:nvSpPr>
        <p:spPr>
          <a:xfrm>
            <a:off x="3124200" y="76200"/>
            <a:ext cx="33528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g35c83460dbf_0_254"/>
          <p:cNvSpPr txBox="1"/>
          <p:nvPr>
            <p:ph idx="12" type="sldNum"/>
          </p:nvPr>
        </p:nvSpPr>
        <p:spPr>
          <a:xfrm>
            <a:off x="8229600" y="6477000"/>
            <a:ext cx="7620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showMasterSp="0" type="vertTitleAndTx">
  <p:cSld name="VERTICAL_TITLE_AND_VERTICAL_TEXT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5c83460dbf_0_260"/>
          <p:cNvSpPr txBox="1"/>
          <p:nvPr>
            <p:ph type="title"/>
          </p:nvPr>
        </p:nvSpPr>
        <p:spPr>
          <a:xfrm rot="5400000">
            <a:off x="4846651" y="2560627"/>
            <a:ext cx="58515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g35c83460dbf_0_260"/>
          <p:cNvSpPr txBox="1"/>
          <p:nvPr>
            <p:ph idx="1" type="body"/>
          </p:nvPr>
        </p:nvSpPr>
        <p:spPr>
          <a:xfrm rot="5400000">
            <a:off x="655651" y="350825"/>
            <a:ext cx="5851500" cy="6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?"/>
              <a:defRPr/>
            </a:lvl1pPr>
            <a:lvl2pPr indent="-30861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?"/>
              <a:defRPr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?"/>
              <a:defRPr/>
            </a:lvl4pPr>
            <a:lvl5pPr indent="-297179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5pPr>
            <a:lvl6pPr indent="-29717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6pPr>
            <a:lvl7pPr indent="-29717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7pPr>
            <a:lvl8pPr indent="-297179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indent="-297179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/>
        </p:txBody>
      </p:sp>
      <p:sp>
        <p:nvSpPr>
          <p:cNvPr id="166" name="Google Shape;166;g35c83460dbf_0_260"/>
          <p:cNvSpPr txBox="1"/>
          <p:nvPr>
            <p:ph idx="10" type="dt"/>
          </p:nvPr>
        </p:nvSpPr>
        <p:spPr>
          <a:xfrm>
            <a:off x="6477000" y="76200"/>
            <a:ext cx="25146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g35c83460dbf_0_260"/>
          <p:cNvSpPr txBox="1"/>
          <p:nvPr>
            <p:ph idx="11" type="ftr"/>
          </p:nvPr>
        </p:nvSpPr>
        <p:spPr>
          <a:xfrm>
            <a:off x="3124200" y="76200"/>
            <a:ext cx="33528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g35c83460dbf_0_260"/>
          <p:cNvSpPr txBox="1"/>
          <p:nvPr>
            <p:ph idx="12" type="sldNum"/>
          </p:nvPr>
        </p:nvSpPr>
        <p:spPr>
          <a:xfrm>
            <a:off x="8229600" y="6477000"/>
            <a:ext cx="7620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5c83460dbf_0_275"/>
          <p:cNvSpPr txBox="1"/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g35c83460dbf_0_275"/>
          <p:cNvSpPr txBox="1"/>
          <p:nvPr>
            <p:ph idx="1" type="body"/>
          </p:nvPr>
        </p:nvSpPr>
        <p:spPr>
          <a:xfrm>
            <a:off x="304800" y="1554162"/>
            <a:ext cx="8686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🞭"/>
              <a:defRPr/>
            </a:lvl1pPr>
            <a:lvl2pPr indent="-308610" lvl="1" marL="914400" algn="l">
              <a:spcBef>
                <a:spcPts val="360"/>
              </a:spcBef>
              <a:spcAft>
                <a:spcPts val="0"/>
              </a:spcAft>
              <a:buSzPts val="1260"/>
              <a:buChar char="🞤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🞫"/>
              <a:defRPr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🞲"/>
              <a:defRPr/>
            </a:lvl4pPr>
            <a:lvl5pPr indent="-297179" lvl="4" marL="2286000" algn="l">
              <a:spcBef>
                <a:spcPts val="360"/>
              </a:spcBef>
              <a:spcAft>
                <a:spcPts val="0"/>
              </a:spcAft>
              <a:buSzPts val="1080"/>
              <a:buChar char="🞩"/>
              <a:defRPr/>
            </a:lvl5pPr>
            <a:lvl6pPr indent="-297179" lvl="5" marL="2743200" algn="l">
              <a:spcBef>
                <a:spcPts val="360"/>
              </a:spcBef>
              <a:spcAft>
                <a:spcPts val="0"/>
              </a:spcAft>
              <a:buSzPts val="1080"/>
              <a:buChar char="🞤"/>
              <a:defRPr/>
            </a:lvl6pPr>
            <a:lvl7pPr indent="-297179" lvl="6" marL="3200400" algn="l">
              <a:spcBef>
                <a:spcPts val="360"/>
              </a:spcBef>
              <a:spcAft>
                <a:spcPts val="0"/>
              </a:spcAft>
              <a:buSzPts val="1080"/>
              <a:buChar char="🞲"/>
              <a:defRPr/>
            </a:lvl7pPr>
            <a:lvl8pPr indent="-297179" lvl="7" marL="3657600" algn="l"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indent="-297179" lvl="8" marL="4114800" algn="l"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/>
        </p:txBody>
      </p:sp>
      <p:sp>
        <p:nvSpPr>
          <p:cNvPr id="181" name="Google Shape;181;g35c83460dbf_0_275"/>
          <p:cNvSpPr txBox="1"/>
          <p:nvPr>
            <p:ph idx="10" type="dt"/>
          </p:nvPr>
        </p:nvSpPr>
        <p:spPr>
          <a:xfrm>
            <a:off x="6477000" y="76200"/>
            <a:ext cx="25146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g35c83460dbf_0_275"/>
          <p:cNvSpPr txBox="1"/>
          <p:nvPr>
            <p:ph idx="11" type="ftr"/>
          </p:nvPr>
        </p:nvSpPr>
        <p:spPr>
          <a:xfrm>
            <a:off x="3581400" y="76200"/>
            <a:ext cx="28956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g35c83460dbf_0_275"/>
          <p:cNvSpPr txBox="1"/>
          <p:nvPr>
            <p:ph idx="12" type="sldNum"/>
          </p:nvPr>
        </p:nvSpPr>
        <p:spPr>
          <a:xfrm>
            <a:off x="8229600" y="6473952"/>
            <a:ext cx="759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showMasterSp="0" type="title">
  <p:cSld name="TITLE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5" name="Google Shape;185;g35c83460dbf_0_281"/>
          <p:cNvCxnSpPr/>
          <p:nvPr/>
        </p:nvCxnSpPr>
        <p:spPr>
          <a:xfrm>
            <a:off x="514350" y="5349902"/>
            <a:ext cx="8629800" cy="2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6" name="Google Shape;186;g35c83460dbf_0_281"/>
          <p:cNvSpPr txBox="1"/>
          <p:nvPr>
            <p:ph type="ctrTitle"/>
          </p:nvPr>
        </p:nvSpPr>
        <p:spPr>
          <a:xfrm>
            <a:off x="381000" y="4853411"/>
            <a:ext cx="8458200" cy="12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g35c83460dbf_0_281"/>
          <p:cNvSpPr txBox="1"/>
          <p:nvPr>
            <p:ph idx="1" type="subTitle"/>
          </p:nvPr>
        </p:nvSpPr>
        <p:spPr>
          <a:xfrm>
            <a:off x="381000" y="3886200"/>
            <a:ext cx="8458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480"/>
              </a:spcBef>
              <a:spcAft>
                <a:spcPts val="0"/>
              </a:spcAft>
              <a:buSzPts val="1680"/>
              <a:buNone/>
              <a:defRPr sz="2400">
                <a:solidFill>
                  <a:srgbClr val="44332A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SzPts val="108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08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08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08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080"/>
              <a:buNone/>
              <a:defRPr/>
            </a:lvl9pPr>
          </a:lstStyle>
          <a:p/>
        </p:txBody>
      </p:sp>
      <p:sp>
        <p:nvSpPr>
          <p:cNvPr id="188" name="Google Shape;188;g35c83460dbf_0_281"/>
          <p:cNvSpPr txBox="1"/>
          <p:nvPr>
            <p:ph idx="10" type="dt"/>
          </p:nvPr>
        </p:nvSpPr>
        <p:spPr>
          <a:xfrm>
            <a:off x="6477000" y="76200"/>
            <a:ext cx="25146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g35c83460dbf_0_281"/>
          <p:cNvSpPr txBox="1"/>
          <p:nvPr>
            <p:ph idx="11" type="ftr"/>
          </p:nvPr>
        </p:nvSpPr>
        <p:spPr>
          <a:xfrm>
            <a:off x="3124200" y="76200"/>
            <a:ext cx="33528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g35c83460dbf_0_281"/>
          <p:cNvSpPr txBox="1"/>
          <p:nvPr>
            <p:ph idx="12" type="sldNum"/>
          </p:nvPr>
        </p:nvSpPr>
        <p:spPr>
          <a:xfrm>
            <a:off x="8229600" y="6473952"/>
            <a:ext cx="759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showMasterSp="0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2" name="Google Shape;192;g35c83460dbf_0_288"/>
          <p:cNvCxnSpPr/>
          <p:nvPr/>
        </p:nvCxnSpPr>
        <p:spPr>
          <a:xfrm>
            <a:off x="514350" y="3444902"/>
            <a:ext cx="8629800" cy="2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3" name="Google Shape;193;g35c83460dbf_0_288"/>
          <p:cNvSpPr txBox="1"/>
          <p:nvPr>
            <p:ph idx="1" type="body"/>
          </p:nvPr>
        </p:nvSpPr>
        <p:spPr>
          <a:xfrm>
            <a:off x="381000" y="1676400"/>
            <a:ext cx="84582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400"/>
              </a:spcBef>
              <a:spcAft>
                <a:spcPts val="0"/>
              </a:spcAft>
              <a:buSzPts val="1400"/>
              <a:buNone/>
              <a:defRPr sz="2000">
                <a:solidFill>
                  <a:srgbClr val="DCD0B0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26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12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840"/>
              <a:buNone/>
              <a:defRPr sz="1400">
                <a:solidFill>
                  <a:schemeClr val="lt1"/>
                </a:solidFill>
              </a:defRPr>
            </a:lvl5pPr>
            <a:lvl6pPr indent="-297179" lvl="5" marL="2743200" algn="l">
              <a:spcBef>
                <a:spcPts val="360"/>
              </a:spcBef>
              <a:spcAft>
                <a:spcPts val="0"/>
              </a:spcAft>
              <a:buSzPts val="1080"/>
              <a:buChar char="🞤"/>
              <a:defRPr/>
            </a:lvl6pPr>
            <a:lvl7pPr indent="-297179" lvl="6" marL="3200400" algn="l">
              <a:spcBef>
                <a:spcPts val="360"/>
              </a:spcBef>
              <a:spcAft>
                <a:spcPts val="0"/>
              </a:spcAft>
              <a:buSzPts val="1080"/>
              <a:buChar char="🞲"/>
              <a:defRPr/>
            </a:lvl7pPr>
            <a:lvl8pPr indent="-297179" lvl="7" marL="3657600" algn="l"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indent="-297179" lvl="8" marL="4114800" algn="l"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/>
        </p:txBody>
      </p:sp>
      <p:sp>
        <p:nvSpPr>
          <p:cNvPr id="194" name="Google Shape;194;g35c83460dbf_0_288"/>
          <p:cNvSpPr txBox="1"/>
          <p:nvPr>
            <p:ph idx="10" type="dt"/>
          </p:nvPr>
        </p:nvSpPr>
        <p:spPr>
          <a:xfrm>
            <a:off x="6477000" y="76200"/>
            <a:ext cx="25146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g35c83460dbf_0_288"/>
          <p:cNvSpPr txBox="1"/>
          <p:nvPr>
            <p:ph idx="11" type="ftr"/>
          </p:nvPr>
        </p:nvSpPr>
        <p:spPr>
          <a:xfrm>
            <a:off x="3124200" y="76200"/>
            <a:ext cx="33528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g35c83460dbf_0_288"/>
          <p:cNvSpPr txBox="1"/>
          <p:nvPr>
            <p:ph idx="12" type="sldNum"/>
          </p:nvPr>
        </p:nvSpPr>
        <p:spPr>
          <a:xfrm>
            <a:off x="8229600" y="6477000"/>
            <a:ext cx="7620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97" name="Google Shape;197;g35c83460dbf_0_288"/>
          <p:cNvSpPr txBox="1"/>
          <p:nvPr>
            <p:ph type="title"/>
          </p:nvPr>
        </p:nvSpPr>
        <p:spPr>
          <a:xfrm>
            <a:off x="180475" y="2947085"/>
            <a:ext cx="8686800" cy="11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Libre Franklin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5c83460dbf_0_295"/>
          <p:cNvSpPr txBox="1"/>
          <p:nvPr>
            <p:ph type="title"/>
          </p:nvPr>
        </p:nvSpPr>
        <p:spPr>
          <a:xfrm>
            <a:off x="301752" y="457200"/>
            <a:ext cx="86868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g35c83460dbf_0_295"/>
          <p:cNvSpPr txBox="1"/>
          <p:nvPr>
            <p:ph idx="1" type="body"/>
          </p:nvPr>
        </p:nvSpPr>
        <p:spPr>
          <a:xfrm>
            <a:off x="304800" y="1600200"/>
            <a:ext cx="41910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3060" lvl="0" marL="457200" algn="l">
              <a:spcBef>
                <a:spcPts val="560"/>
              </a:spcBef>
              <a:spcAft>
                <a:spcPts val="0"/>
              </a:spcAft>
              <a:buSzPts val="1960"/>
              <a:buChar char="🞭"/>
              <a:defRPr sz="2800"/>
            </a:lvl1pPr>
            <a:lvl2pPr indent="-335280" lvl="1" marL="914400" algn="l">
              <a:spcBef>
                <a:spcPts val="480"/>
              </a:spcBef>
              <a:spcAft>
                <a:spcPts val="0"/>
              </a:spcAft>
              <a:buSzPts val="1680"/>
              <a:buChar char="🞤"/>
              <a:defRPr sz="2400"/>
            </a:lvl2pPr>
            <a:lvl3pPr indent="-317500" lvl="2" marL="1371600" algn="l">
              <a:spcBef>
                <a:spcPts val="400"/>
              </a:spcBef>
              <a:spcAft>
                <a:spcPts val="0"/>
              </a:spcAft>
              <a:buSzPts val="1400"/>
              <a:buChar char="🞫"/>
              <a:defRPr sz="2000"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🞲"/>
              <a:defRPr sz="1800"/>
            </a:lvl4pPr>
            <a:lvl5pPr indent="-297179" lvl="4" marL="2286000" algn="l">
              <a:spcBef>
                <a:spcPts val="360"/>
              </a:spcBef>
              <a:spcAft>
                <a:spcPts val="0"/>
              </a:spcAft>
              <a:buSzPts val="1080"/>
              <a:buChar char="🞩"/>
              <a:defRPr sz="1800"/>
            </a:lvl5pPr>
            <a:lvl6pPr indent="-297179" lvl="5" marL="2743200" algn="l">
              <a:spcBef>
                <a:spcPts val="360"/>
              </a:spcBef>
              <a:spcAft>
                <a:spcPts val="0"/>
              </a:spcAft>
              <a:buSzPts val="1080"/>
              <a:buChar char="🞤"/>
              <a:defRPr/>
            </a:lvl6pPr>
            <a:lvl7pPr indent="-297179" lvl="6" marL="3200400" algn="l">
              <a:spcBef>
                <a:spcPts val="360"/>
              </a:spcBef>
              <a:spcAft>
                <a:spcPts val="0"/>
              </a:spcAft>
              <a:buSzPts val="1080"/>
              <a:buChar char="🞲"/>
              <a:defRPr/>
            </a:lvl7pPr>
            <a:lvl8pPr indent="-297179" lvl="7" marL="3657600" algn="l"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indent="-297179" lvl="8" marL="4114800" algn="l"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/>
        </p:txBody>
      </p:sp>
      <p:sp>
        <p:nvSpPr>
          <p:cNvPr id="201" name="Google Shape;201;g35c83460dbf_0_295"/>
          <p:cNvSpPr txBox="1"/>
          <p:nvPr>
            <p:ph idx="2" type="body"/>
          </p:nvPr>
        </p:nvSpPr>
        <p:spPr>
          <a:xfrm>
            <a:off x="4648200" y="1600200"/>
            <a:ext cx="43434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3060" lvl="0" marL="457200" algn="l">
              <a:spcBef>
                <a:spcPts val="560"/>
              </a:spcBef>
              <a:spcAft>
                <a:spcPts val="0"/>
              </a:spcAft>
              <a:buSzPts val="1960"/>
              <a:buChar char="🞭"/>
              <a:defRPr sz="2800"/>
            </a:lvl1pPr>
            <a:lvl2pPr indent="-335280" lvl="1" marL="914400" algn="l">
              <a:spcBef>
                <a:spcPts val="480"/>
              </a:spcBef>
              <a:spcAft>
                <a:spcPts val="0"/>
              </a:spcAft>
              <a:buSzPts val="1680"/>
              <a:buChar char="🞤"/>
              <a:defRPr sz="2400"/>
            </a:lvl2pPr>
            <a:lvl3pPr indent="-317500" lvl="2" marL="1371600" algn="l">
              <a:spcBef>
                <a:spcPts val="400"/>
              </a:spcBef>
              <a:spcAft>
                <a:spcPts val="0"/>
              </a:spcAft>
              <a:buSzPts val="1400"/>
              <a:buChar char="🞫"/>
              <a:defRPr sz="2000"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🞲"/>
              <a:defRPr sz="1800"/>
            </a:lvl4pPr>
            <a:lvl5pPr indent="-297179" lvl="4" marL="2286000" algn="l">
              <a:spcBef>
                <a:spcPts val="360"/>
              </a:spcBef>
              <a:spcAft>
                <a:spcPts val="0"/>
              </a:spcAft>
              <a:buSzPts val="1080"/>
              <a:buChar char="🞩"/>
              <a:defRPr sz="1800"/>
            </a:lvl5pPr>
            <a:lvl6pPr indent="-297179" lvl="5" marL="2743200" algn="l">
              <a:spcBef>
                <a:spcPts val="360"/>
              </a:spcBef>
              <a:spcAft>
                <a:spcPts val="0"/>
              </a:spcAft>
              <a:buSzPts val="1080"/>
              <a:buChar char="🞤"/>
              <a:defRPr/>
            </a:lvl6pPr>
            <a:lvl7pPr indent="-297179" lvl="6" marL="3200400" algn="l">
              <a:spcBef>
                <a:spcPts val="360"/>
              </a:spcBef>
              <a:spcAft>
                <a:spcPts val="0"/>
              </a:spcAft>
              <a:buSzPts val="1080"/>
              <a:buChar char="🞲"/>
              <a:defRPr/>
            </a:lvl7pPr>
            <a:lvl8pPr indent="-297179" lvl="7" marL="3657600" algn="l"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indent="-297179" lvl="8" marL="4114800" algn="l"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/>
        </p:txBody>
      </p:sp>
      <p:sp>
        <p:nvSpPr>
          <p:cNvPr id="202" name="Google Shape;202;g35c83460dbf_0_295"/>
          <p:cNvSpPr txBox="1"/>
          <p:nvPr>
            <p:ph idx="10" type="dt"/>
          </p:nvPr>
        </p:nvSpPr>
        <p:spPr>
          <a:xfrm>
            <a:off x="6477000" y="76200"/>
            <a:ext cx="25146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g35c83460dbf_0_295"/>
          <p:cNvSpPr txBox="1"/>
          <p:nvPr>
            <p:ph idx="11" type="ftr"/>
          </p:nvPr>
        </p:nvSpPr>
        <p:spPr>
          <a:xfrm>
            <a:off x="3124200" y="76200"/>
            <a:ext cx="33528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g35c83460dbf_0_295"/>
          <p:cNvSpPr txBox="1"/>
          <p:nvPr>
            <p:ph idx="12" type="sldNum"/>
          </p:nvPr>
        </p:nvSpPr>
        <p:spPr>
          <a:xfrm>
            <a:off x="8229600" y="6477000"/>
            <a:ext cx="7620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showMasterSp="0" type="twoTxTwoObj">
  <p:cSld name="TWO_OBJECTS_WITH_TEXT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5c83460dbf_0_302"/>
          <p:cNvSpPr txBox="1"/>
          <p:nvPr>
            <p:ph type="title"/>
          </p:nvPr>
        </p:nvSpPr>
        <p:spPr>
          <a:xfrm>
            <a:off x="304800" y="5410200"/>
            <a:ext cx="8610600" cy="8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Libre Franklin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g35c83460dbf_0_302"/>
          <p:cNvSpPr txBox="1"/>
          <p:nvPr>
            <p:ph idx="1" type="body"/>
          </p:nvPr>
        </p:nvSpPr>
        <p:spPr>
          <a:xfrm>
            <a:off x="281444" y="666750"/>
            <a:ext cx="42906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260"/>
              <a:buNone/>
              <a:defRPr b="0" sz="1800" cap="none">
                <a:solidFill>
                  <a:srgbClr val="AF762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4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960"/>
              <a:buNone/>
              <a:defRPr b="1" sz="1600"/>
            </a:lvl5pPr>
            <a:lvl6pPr indent="-297179" lvl="5" marL="2743200" algn="l">
              <a:spcBef>
                <a:spcPts val="360"/>
              </a:spcBef>
              <a:spcAft>
                <a:spcPts val="0"/>
              </a:spcAft>
              <a:buSzPts val="1080"/>
              <a:buChar char="🞤"/>
              <a:defRPr/>
            </a:lvl6pPr>
            <a:lvl7pPr indent="-297179" lvl="6" marL="3200400" algn="l">
              <a:spcBef>
                <a:spcPts val="360"/>
              </a:spcBef>
              <a:spcAft>
                <a:spcPts val="0"/>
              </a:spcAft>
              <a:buSzPts val="1080"/>
              <a:buChar char="🞲"/>
              <a:defRPr/>
            </a:lvl7pPr>
            <a:lvl8pPr indent="-297179" lvl="7" marL="3657600" algn="l"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indent="-297179" lvl="8" marL="4114800" algn="l"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/>
        </p:txBody>
      </p:sp>
      <p:sp>
        <p:nvSpPr>
          <p:cNvPr id="208" name="Google Shape;208;g35c83460dbf_0_302"/>
          <p:cNvSpPr txBox="1"/>
          <p:nvPr>
            <p:ph idx="2" type="body"/>
          </p:nvPr>
        </p:nvSpPr>
        <p:spPr>
          <a:xfrm>
            <a:off x="4645025" y="666750"/>
            <a:ext cx="4292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260"/>
              <a:buNone/>
              <a:defRPr b="0" sz="1800" cap="none">
                <a:solidFill>
                  <a:srgbClr val="AF762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4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960"/>
              <a:buNone/>
              <a:defRPr b="1" sz="1600"/>
            </a:lvl5pPr>
            <a:lvl6pPr indent="-297179" lvl="5" marL="2743200" algn="l">
              <a:spcBef>
                <a:spcPts val="360"/>
              </a:spcBef>
              <a:spcAft>
                <a:spcPts val="0"/>
              </a:spcAft>
              <a:buSzPts val="1080"/>
              <a:buChar char="🞤"/>
              <a:defRPr/>
            </a:lvl6pPr>
            <a:lvl7pPr indent="-297179" lvl="6" marL="3200400" algn="l">
              <a:spcBef>
                <a:spcPts val="360"/>
              </a:spcBef>
              <a:spcAft>
                <a:spcPts val="0"/>
              </a:spcAft>
              <a:buSzPts val="1080"/>
              <a:buChar char="🞲"/>
              <a:defRPr/>
            </a:lvl7pPr>
            <a:lvl8pPr indent="-297179" lvl="7" marL="3657600" algn="l"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indent="-297179" lvl="8" marL="4114800" algn="l"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/>
        </p:txBody>
      </p:sp>
      <p:sp>
        <p:nvSpPr>
          <p:cNvPr id="209" name="Google Shape;209;g35c83460dbf_0_302"/>
          <p:cNvSpPr txBox="1"/>
          <p:nvPr>
            <p:ph idx="3" type="body"/>
          </p:nvPr>
        </p:nvSpPr>
        <p:spPr>
          <a:xfrm>
            <a:off x="281444" y="1316037"/>
            <a:ext cx="4290600" cy="39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5280" lvl="0" marL="457200" algn="l">
              <a:spcBef>
                <a:spcPts val="480"/>
              </a:spcBef>
              <a:spcAft>
                <a:spcPts val="0"/>
              </a:spcAft>
              <a:buSzPts val="1680"/>
              <a:buChar char="🞭"/>
              <a:defRPr sz="2400"/>
            </a:lvl1pPr>
            <a:lvl2pPr indent="-317500" lvl="1" marL="914400" algn="l">
              <a:spcBef>
                <a:spcPts val="400"/>
              </a:spcBef>
              <a:spcAft>
                <a:spcPts val="0"/>
              </a:spcAft>
              <a:buSzPts val="1400"/>
              <a:buChar char="🞤"/>
              <a:defRPr sz="2000"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🞫"/>
              <a:defRPr sz="1800"/>
            </a:lvl3pPr>
            <a:lvl4pPr indent="-299719" lvl="3" marL="1828800" algn="l">
              <a:spcBef>
                <a:spcPts val="320"/>
              </a:spcBef>
              <a:spcAft>
                <a:spcPts val="0"/>
              </a:spcAft>
              <a:buSzPts val="1120"/>
              <a:buChar char="🞲"/>
              <a:defRPr sz="1600"/>
            </a:lvl4pPr>
            <a:lvl5pPr indent="-289560" lvl="4" marL="2286000" algn="l">
              <a:spcBef>
                <a:spcPts val="320"/>
              </a:spcBef>
              <a:spcAft>
                <a:spcPts val="0"/>
              </a:spcAft>
              <a:buSzPts val="960"/>
              <a:buChar char="🞩"/>
              <a:defRPr sz="1600"/>
            </a:lvl5pPr>
            <a:lvl6pPr indent="-297179" lvl="5" marL="2743200" algn="l">
              <a:spcBef>
                <a:spcPts val="360"/>
              </a:spcBef>
              <a:spcAft>
                <a:spcPts val="0"/>
              </a:spcAft>
              <a:buSzPts val="1080"/>
              <a:buChar char="🞤"/>
              <a:defRPr/>
            </a:lvl6pPr>
            <a:lvl7pPr indent="-297179" lvl="6" marL="3200400" algn="l">
              <a:spcBef>
                <a:spcPts val="360"/>
              </a:spcBef>
              <a:spcAft>
                <a:spcPts val="0"/>
              </a:spcAft>
              <a:buSzPts val="1080"/>
              <a:buChar char="🞲"/>
              <a:defRPr/>
            </a:lvl7pPr>
            <a:lvl8pPr indent="-297179" lvl="7" marL="3657600" algn="l"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indent="-297179" lvl="8" marL="4114800" algn="l"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/>
        </p:txBody>
      </p:sp>
      <p:sp>
        <p:nvSpPr>
          <p:cNvPr id="210" name="Google Shape;210;g35c83460dbf_0_302"/>
          <p:cNvSpPr txBox="1"/>
          <p:nvPr>
            <p:ph idx="4" type="body"/>
          </p:nvPr>
        </p:nvSpPr>
        <p:spPr>
          <a:xfrm>
            <a:off x="4648730" y="1316037"/>
            <a:ext cx="4288500" cy="39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5280" lvl="0" marL="457200" algn="l">
              <a:spcBef>
                <a:spcPts val="480"/>
              </a:spcBef>
              <a:spcAft>
                <a:spcPts val="0"/>
              </a:spcAft>
              <a:buSzPts val="1680"/>
              <a:buChar char="🞭"/>
              <a:defRPr sz="2400"/>
            </a:lvl1pPr>
            <a:lvl2pPr indent="-317500" lvl="1" marL="914400" algn="l">
              <a:spcBef>
                <a:spcPts val="400"/>
              </a:spcBef>
              <a:spcAft>
                <a:spcPts val="0"/>
              </a:spcAft>
              <a:buSzPts val="1400"/>
              <a:buChar char="🞤"/>
              <a:defRPr sz="2000"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🞫"/>
              <a:defRPr sz="1800"/>
            </a:lvl3pPr>
            <a:lvl4pPr indent="-299719" lvl="3" marL="1828800" algn="l">
              <a:spcBef>
                <a:spcPts val="320"/>
              </a:spcBef>
              <a:spcAft>
                <a:spcPts val="0"/>
              </a:spcAft>
              <a:buSzPts val="1120"/>
              <a:buChar char="🞲"/>
              <a:defRPr sz="1600"/>
            </a:lvl4pPr>
            <a:lvl5pPr indent="-289560" lvl="4" marL="2286000" algn="l">
              <a:spcBef>
                <a:spcPts val="320"/>
              </a:spcBef>
              <a:spcAft>
                <a:spcPts val="0"/>
              </a:spcAft>
              <a:buSzPts val="960"/>
              <a:buChar char="🞩"/>
              <a:defRPr sz="1600"/>
            </a:lvl5pPr>
            <a:lvl6pPr indent="-297179" lvl="5" marL="2743200" algn="l">
              <a:spcBef>
                <a:spcPts val="360"/>
              </a:spcBef>
              <a:spcAft>
                <a:spcPts val="0"/>
              </a:spcAft>
              <a:buSzPts val="1080"/>
              <a:buChar char="🞤"/>
              <a:defRPr/>
            </a:lvl6pPr>
            <a:lvl7pPr indent="-297179" lvl="6" marL="3200400" algn="l">
              <a:spcBef>
                <a:spcPts val="360"/>
              </a:spcBef>
              <a:spcAft>
                <a:spcPts val="0"/>
              </a:spcAft>
              <a:buSzPts val="1080"/>
              <a:buChar char="🞲"/>
              <a:defRPr/>
            </a:lvl7pPr>
            <a:lvl8pPr indent="-297179" lvl="7" marL="3657600" algn="l"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indent="-297179" lvl="8" marL="4114800" algn="l"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/>
        </p:txBody>
      </p:sp>
      <p:sp>
        <p:nvSpPr>
          <p:cNvPr id="211" name="Google Shape;211;g35c83460dbf_0_302"/>
          <p:cNvSpPr txBox="1"/>
          <p:nvPr>
            <p:ph idx="10" type="dt"/>
          </p:nvPr>
        </p:nvSpPr>
        <p:spPr>
          <a:xfrm>
            <a:off x="6477000" y="76200"/>
            <a:ext cx="25146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g35c83460dbf_0_302"/>
          <p:cNvSpPr txBox="1"/>
          <p:nvPr>
            <p:ph idx="11" type="ftr"/>
          </p:nvPr>
        </p:nvSpPr>
        <p:spPr>
          <a:xfrm>
            <a:off x="3124200" y="76200"/>
            <a:ext cx="33528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g35c83460dbf_0_302"/>
          <p:cNvSpPr txBox="1"/>
          <p:nvPr>
            <p:ph idx="12" type="sldNum"/>
          </p:nvPr>
        </p:nvSpPr>
        <p:spPr>
          <a:xfrm>
            <a:off x="8229600" y="6477000"/>
            <a:ext cx="762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214" name="Google Shape;214;g35c83460dbf_0_302"/>
          <p:cNvCxnSpPr/>
          <p:nvPr/>
        </p:nvCxnSpPr>
        <p:spPr>
          <a:xfrm>
            <a:off x="514350" y="6019800"/>
            <a:ext cx="8629800" cy="2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5c83460dbf_0_312"/>
          <p:cNvSpPr txBox="1"/>
          <p:nvPr>
            <p:ph type="title"/>
          </p:nvPr>
        </p:nvSpPr>
        <p:spPr>
          <a:xfrm>
            <a:off x="301752" y="457200"/>
            <a:ext cx="86868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g35c83460dbf_0_312"/>
          <p:cNvSpPr txBox="1"/>
          <p:nvPr>
            <p:ph idx="10" type="dt"/>
          </p:nvPr>
        </p:nvSpPr>
        <p:spPr>
          <a:xfrm>
            <a:off x="6477000" y="76200"/>
            <a:ext cx="25146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g35c83460dbf_0_312"/>
          <p:cNvSpPr txBox="1"/>
          <p:nvPr>
            <p:ph idx="11" type="ftr"/>
          </p:nvPr>
        </p:nvSpPr>
        <p:spPr>
          <a:xfrm>
            <a:off x="3124200" y="76200"/>
            <a:ext cx="33528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g35c83460dbf_0_312"/>
          <p:cNvSpPr txBox="1"/>
          <p:nvPr>
            <p:ph idx="12" type="sldNum"/>
          </p:nvPr>
        </p:nvSpPr>
        <p:spPr>
          <a:xfrm>
            <a:off x="8229600" y="6477000"/>
            <a:ext cx="7620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showMasterSp="0" type="blank">
  <p:cSld name="BLANK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5c83460dbf_0_317"/>
          <p:cNvSpPr txBox="1"/>
          <p:nvPr>
            <p:ph idx="10" type="dt"/>
          </p:nvPr>
        </p:nvSpPr>
        <p:spPr>
          <a:xfrm>
            <a:off x="6477000" y="76200"/>
            <a:ext cx="25146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g35c83460dbf_0_317"/>
          <p:cNvSpPr txBox="1"/>
          <p:nvPr>
            <p:ph idx="11" type="ftr"/>
          </p:nvPr>
        </p:nvSpPr>
        <p:spPr>
          <a:xfrm>
            <a:off x="3124200" y="76200"/>
            <a:ext cx="33528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g35c83460dbf_0_317"/>
          <p:cNvSpPr txBox="1"/>
          <p:nvPr>
            <p:ph idx="12" type="sldNum"/>
          </p:nvPr>
        </p:nvSpPr>
        <p:spPr>
          <a:xfrm>
            <a:off x="8229600" y="6477000"/>
            <a:ext cx="7620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showMasterSp="0" type="objTx">
  <p:cSld name="OBJECT_WITH_CAPTION_TEX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5" name="Google Shape;225;g35c83460dbf_0_321"/>
          <p:cNvCxnSpPr/>
          <p:nvPr/>
        </p:nvCxnSpPr>
        <p:spPr>
          <a:xfrm>
            <a:off x="514350" y="5849117"/>
            <a:ext cx="8629800" cy="2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6" name="Google Shape;226;g35c83460dbf_0_321"/>
          <p:cNvSpPr txBox="1"/>
          <p:nvPr>
            <p:ph type="title"/>
          </p:nvPr>
        </p:nvSpPr>
        <p:spPr>
          <a:xfrm>
            <a:off x="457200" y="5486400"/>
            <a:ext cx="84582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Libre Franklin Medium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g35c83460dbf_0_321"/>
          <p:cNvSpPr txBox="1"/>
          <p:nvPr>
            <p:ph idx="1" type="body"/>
          </p:nvPr>
        </p:nvSpPr>
        <p:spPr>
          <a:xfrm>
            <a:off x="457200" y="609600"/>
            <a:ext cx="3008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84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540"/>
              <a:buNone/>
              <a:defRPr sz="900"/>
            </a:lvl5pPr>
            <a:lvl6pPr indent="-297179" lvl="5" marL="2743200" algn="l">
              <a:spcBef>
                <a:spcPts val="360"/>
              </a:spcBef>
              <a:spcAft>
                <a:spcPts val="0"/>
              </a:spcAft>
              <a:buSzPts val="1080"/>
              <a:buChar char="🞤"/>
              <a:defRPr/>
            </a:lvl6pPr>
            <a:lvl7pPr indent="-297179" lvl="6" marL="3200400" algn="l">
              <a:spcBef>
                <a:spcPts val="360"/>
              </a:spcBef>
              <a:spcAft>
                <a:spcPts val="0"/>
              </a:spcAft>
              <a:buSzPts val="1080"/>
              <a:buChar char="🞲"/>
              <a:defRPr/>
            </a:lvl7pPr>
            <a:lvl8pPr indent="-297179" lvl="7" marL="3657600" algn="l"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indent="-297179" lvl="8" marL="4114800" algn="l"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/>
        </p:txBody>
      </p:sp>
      <p:sp>
        <p:nvSpPr>
          <p:cNvPr id="228" name="Google Shape;228;g35c83460dbf_0_321"/>
          <p:cNvSpPr txBox="1"/>
          <p:nvPr>
            <p:ph idx="2" type="body"/>
          </p:nvPr>
        </p:nvSpPr>
        <p:spPr>
          <a:xfrm>
            <a:off x="3575050" y="609600"/>
            <a:ext cx="53403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0840" lvl="0" marL="457200" algn="l">
              <a:spcBef>
                <a:spcPts val="640"/>
              </a:spcBef>
              <a:spcAft>
                <a:spcPts val="0"/>
              </a:spcAft>
              <a:buSzPts val="2240"/>
              <a:buChar char="🞭"/>
              <a:defRPr sz="3200"/>
            </a:lvl1pPr>
            <a:lvl2pPr indent="-353060" lvl="1" marL="914400" algn="l">
              <a:spcBef>
                <a:spcPts val="560"/>
              </a:spcBef>
              <a:spcAft>
                <a:spcPts val="0"/>
              </a:spcAft>
              <a:buSzPts val="1960"/>
              <a:buChar char="🞤"/>
              <a:defRPr sz="2800"/>
            </a:lvl2pPr>
            <a:lvl3pPr indent="-335280" lvl="2" marL="1371600" algn="l">
              <a:spcBef>
                <a:spcPts val="480"/>
              </a:spcBef>
              <a:spcAft>
                <a:spcPts val="0"/>
              </a:spcAft>
              <a:buSzPts val="1680"/>
              <a:buChar char="🞫"/>
              <a:defRPr sz="2400"/>
            </a:lvl3pPr>
            <a:lvl4pPr indent="-317500" lvl="3" marL="1828800" algn="l">
              <a:spcBef>
                <a:spcPts val="400"/>
              </a:spcBef>
              <a:spcAft>
                <a:spcPts val="0"/>
              </a:spcAft>
              <a:buSzPts val="1400"/>
              <a:buChar char="🞲"/>
              <a:defRPr sz="2000"/>
            </a:lvl4pPr>
            <a:lvl5pPr indent="-304800" lvl="4" marL="2286000" algn="l">
              <a:spcBef>
                <a:spcPts val="400"/>
              </a:spcBef>
              <a:spcAft>
                <a:spcPts val="0"/>
              </a:spcAft>
              <a:buSzPts val="1200"/>
              <a:buChar char="🞩"/>
              <a:defRPr sz="2000"/>
            </a:lvl5pPr>
            <a:lvl6pPr indent="-297179" lvl="5" marL="2743200" algn="l">
              <a:spcBef>
                <a:spcPts val="360"/>
              </a:spcBef>
              <a:spcAft>
                <a:spcPts val="0"/>
              </a:spcAft>
              <a:buSzPts val="1080"/>
              <a:buChar char="🞤"/>
              <a:defRPr/>
            </a:lvl6pPr>
            <a:lvl7pPr indent="-297179" lvl="6" marL="3200400" algn="l">
              <a:spcBef>
                <a:spcPts val="360"/>
              </a:spcBef>
              <a:spcAft>
                <a:spcPts val="0"/>
              </a:spcAft>
              <a:buSzPts val="1080"/>
              <a:buChar char="🞲"/>
              <a:defRPr/>
            </a:lvl7pPr>
            <a:lvl8pPr indent="-297179" lvl="7" marL="3657600" algn="l"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indent="-297179" lvl="8" marL="4114800" algn="l"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/>
        </p:txBody>
      </p:sp>
      <p:sp>
        <p:nvSpPr>
          <p:cNvPr id="229" name="Google Shape;229;g35c83460dbf_0_321"/>
          <p:cNvSpPr txBox="1"/>
          <p:nvPr>
            <p:ph idx="10" type="dt"/>
          </p:nvPr>
        </p:nvSpPr>
        <p:spPr>
          <a:xfrm>
            <a:off x="6477000" y="76200"/>
            <a:ext cx="25146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g35c83460dbf_0_321"/>
          <p:cNvSpPr txBox="1"/>
          <p:nvPr>
            <p:ph idx="11" type="ftr"/>
          </p:nvPr>
        </p:nvSpPr>
        <p:spPr>
          <a:xfrm>
            <a:off x="3124200" y="76200"/>
            <a:ext cx="33528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g35c83460dbf_0_321"/>
          <p:cNvSpPr txBox="1"/>
          <p:nvPr>
            <p:ph idx="12" type="sldNum"/>
          </p:nvPr>
        </p:nvSpPr>
        <p:spPr>
          <a:xfrm>
            <a:off x="8229600" y="6477000"/>
            <a:ext cx="7620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showMasterSp="0" type="picTx">
  <p:cSld name="PICTURE_WITH_CAPTION_TEXT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5c83460dbf_0_329"/>
          <p:cNvSpPr/>
          <p:nvPr>
            <p:ph idx="2" type="pic"/>
          </p:nvPr>
        </p:nvSpPr>
        <p:spPr>
          <a:xfrm>
            <a:off x="3505200" y="616634"/>
            <a:ext cx="5029200" cy="3657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reflection blurRad="0" dir="5400000" dist="900" endA="500" endPos="10000" fadeDir="5400012" kx="0" rotWithShape="0" algn="bl" stA="49000" stPos="0" sy="-90000" ky="0"/>
          </a:effectLst>
        </p:spPr>
      </p:sp>
      <p:sp>
        <p:nvSpPr>
          <p:cNvPr id="234" name="Google Shape;234;g35c83460dbf_0_329"/>
          <p:cNvSpPr txBox="1"/>
          <p:nvPr>
            <p:ph idx="10" type="dt"/>
          </p:nvPr>
        </p:nvSpPr>
        <p:spPr>
          <a:xfrm>
            <a:off x="6477000" y="76200"/>
            <a:ext cx="25146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g35c83460dbf_0_329"/>
          <p:cNvSpPr txBox="1"/>
          <p:nvPr>
            <p:ph idx="11" type="ftr"/>
          </p:nvPr>
        </p:nvSpPr>
        <p:spPr>
          <a:xfrm>
            <a:off x="3124200" y="76200"/>
            <a:ext cx="33528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g35c83460dbf_0_329"/>
          <p:cNvSpPr txBox="1"/>
          <p:nvPr>
            <p:ph idx="12" type="sldNum"/>
          </p:nvPr>
        </p:nvSpPr>
        <p:spPr>
          <a:xfrm>
            <a:off x="8229600" y="6477000"/>
            <a:ext cx="7620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37" name="Google Shape;237;g35c83460dbf_0_329"/>
          <p:cNvSpPr txBox="1"/>
          <p:nvPr>
            <p:ph type="title"/>
          </p:nvPr>
        </p:nvSpPr>
        <p:spPr>
          <a:xfrm>
            <a:off x="381000" y="4993760"/>
            <a:ext cx="58674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Libre Franklin Medium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g35c83460dbf_0_329"/>
          <p:cNvSpPr txBox="1"/>
          <p:nvPr>
            <p:ph idx="1" type="body"/>
          </p:nvPr>
        </p:nvSpPr>
        <p:spPr>
          <a:xfrm>
            <a:off x="381000" y="5533218"/>
            <a:ext cx="5867400" cy="7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09725" spcFirstLastPara="1" rIns="91425" wrap="square" tIns="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81940" lvl="1" marL="914400" algn="l">
              <a:spcBef>
                <a:spcPts val="240"/>
              </a:spcBef>
              <a:spcAft>
                <a:spcPts val="0"/>
              </a:spcAft>
              <a:buSzPts val="840"/>
              <a:buChar char="🞤"/>
              <a:defRPr sz="1200"/>
            </a:lvl2pPr>
            <a:lvl3pPr indent="-273050" lvl="2" marL="1371600" algn="l">
              <a:spcBef>
                <a:spcPts val="200"/>
              </a:spcBef>
              <a:spcAft>
                <a:spcPts val="0"/>
              </a:spcAft>
              <a:buSzPts val="700"/>
              <a:buChar char="🞫"/>
              <a:defRPr sz="1000"/>
            </a:lvl3pPr>
            <a:lvl4pPr indent="-268605" lvl="3" marL="1828800" algn="l">
              <a:spcBef>
                <a:spcPts val="180"/>
              </a:spcBef>
              <a:spcAft>
                <a:spcPts val="0"/>
              </a:spcAft>
              <a:buSzPts val="630"/>
              <a:buChar char="🞲"/>
              <a:defRPr sz="900"/>
            </a:lvl4pPr>
            <a:lvl5pPr indent="-262889" lvl="4" marL="2286000" algn="l">
              <a:spcBef>
                <a:spcPts val="180"/>
              </a:spcBef>
              <a:spcAft>
                <a:spcPts val="0"/>
              </a:spcAft>
              <a:buSzPts val="540"/>
              <a:buChar char="🞩"/>
              <a:defRPr sz="900"/>
            </a:lvl5pPr>
            <a:lvl6pPr indent="-297179" lvl="5" marL="2743200" algn="l">
              <a:spcBef>
                <a:spcPts val="360"/>
              </a:spcBef>
              <a:spcAft>
                <a:spcPts val="0"/>
              </a:spcAft>
              <a:buSzPts val="1080"/>
              <a:buChar char="🞤"/>
              <a:defRPr/>
            </a:lvl6pPr>
            <a:lvl7pPr indent="-297179" lvl="6" marL="3200400" algn="l">
              <a:spcBef>
                <a:spcPts val="360"/>
              </a:spcBef>
              <a:spcAft>
                <a:spcPts val="0"/>
              </a:spcAft>
              <a:buSzPts val="1080"/>
              <a:buChar char="🞲"/>
              <a:defRPr/>
            </a:lvl7pPr>
            <a:lvl8pPr indent="-297179" lvl="7" marL="3657600" algn="l"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indent="-297179" lvl="8" marL="4114800" algn="l"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5c83460dbf_0_336"/>
          <p:cNvSpPr txBox="1"/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g35c83460dbf_0_336"/>
          <p:cNvSpPr txBox="1"/>
          <p:nvPr>
            <p:ph idx="1" type="body"/>
          </p:nvPr>
        </p:nvSpPr>
        <p:spPr>
          <a:xfrm rot="5400000">
            <a:off x="2385150" y="-526188"/>
            <a:ext cx="4526100" cy="86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🞭"/>
              <a:defRPr/>
            </a:lvl1pPr>
            <a:lvl2pPr indent="-308610" lvl="1" marL="914400" algn="l">
              <a:spcBef>
                <a:spcPts val="360"/>
              </a:spcBef>
              <a:spcAft>
                <a:spcPts val="0"/>
              </a:spcAft>
              <a:buSzPts val="1260"/>
              <a:buChar char="🞤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🞫"/>
              <a:defRPr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🞲"/>
              <a:defRPr/>
            </a:lvl4pPr>
            <a:lvl5pPr indent="-297179" lvl="4" marL="2286000" algn="l">
              <a:spcBef>
                <a:spcPts val="360"/>
              </a:spcBef>
              <a:spcAft>
                <a:spcPts val="0"/>
              </a:spcAft>
              <a:buSzPts val="1080"/>
              <a:buChar char="🞩"/>
              <a:defRPr/>
            </a:lvl5pPr>
            <a:lvl6pPr indent="-297179" lvl="5" marL="2743200" algn="l">
              <a:spcBef>
                <a:spcPts val="360"/>
              </a:spcBef>
              <a:spcAft>
                <a:spcPts val="0"/>
              </a:spcAft>
              <a:buSzPts val="1080"/>
              <a:buChar char="🞤"/>
              <a:defRPr/>
            </a:lvl6pPr>
            <a:lvl7pPr indent="-297179" lvl="6" marL="3200400" algn="l">
              <a:spcBef>
                <a:spcPts val="360"/>
              </a:spcBef>
              <a:spcAft>
                <a:spcPts val="0"/>
              </a:spcAft>
              <a:buSzPts val="1080"/>
              <a:buChar char="🞲"/>
              <a:defRPr/>
            </a:lvl7pPr>
            <a:lvl8pPr indent="-297179" lvl="7" marL="3657600" algn="l"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indent="-297179" lvl="8" marL="4114800" algn="l"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/>
        </p:txBody>
      </p:sp>
      <p:sp>
        <p:nvSpPr>
          <p:cNvPr id="242" name="Google Shape;242;g35c83460dbf_0_336"/>
          <p:cNvSpPr txBox="1"/>
          <p:nvPr>
            <p:ph idx="10" type="dt"/>
          </p:nvPr>
        </p:nvSpPr>
        <p:spPr>
          <a:xfrm>
            <a:off x="6477000" y="76200"/>
            <a:ext cx="25146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g35c83460dbf_0_336"/>
          <p:cNvSpPr txBox="1"/>
          <p:nvPr>
            <p:ph idx="11" type="ftr"/>
          </p:nvPr>
        </p:nvSpPr>
        <p:spPr>
          <a:xfrm>
            <a:off x="3124200" y="76200"/>
            <a:ext cx="33528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g35c83460dbf_0_336"/>
          <p:cNvSpPr txBox="1"/>
          <p:nvPr>
            <p:ph idx="12" type="sldNum"/>
          </p:nvPr>
        </p:nvSpPr>
        <p:spPr>
          <a:xfrm>
            <a:off x="8229600" y="6477000"/>
            <a:ext cx="7620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showMasterSp="0" type="vertTitleAndTx">
  <p:cSld name="VERTICAL_TITLE_AND_VERTICAL_TEXT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5c83460dbf_0_342"/>
          <p:cNvSpPr txBox="1"/>
          <p:nvPr>
            <p:ph type="title"/>
          </p:nvPr>
        </p:nvSpPr>
        <p:spPr>
          <a:xfrm rot="5400000">
            <a:off x="4846650" y="2560626"/>
            <a:ext cx="58515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g35c83460dbf_0_342"/>
          <p:cNvSpPr txBox="1"/>
          <p:nvPr>
            <p:ph idx="1" type="body"/>
          </p:nvPr>
        </p:nvSpPr>
        <p:spPr>
          <a:xfrm rot="5400000">
            <a:off x="655650" y="350826"/>
            <a:ext cx="5851500" cy="6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🞭"/>
              <a:defRPr/>
            </a:lvl1pPr>
            <a:lvl2pPr indent="-308610" lvl="1" marL="914400" algn="l">
              <a:spcBef>
                <a:spcPts val="360"/>
              </a:spcBef>
              <a:spcAft>
                <a:spcPts val="0"/>
              </a:spcAft>
              <a:buSzPts val="1260"/>
              <a:buChar char="🞤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🞫"/>
              <a:defRPr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🞲"/>
              <a:defRPr/>
            </a:lvl4pPr>
            <a:lvl5pPr indent="-297179" lvl="4" marL="2286000" algn="l">
              <a:spcBef>
                <a:spcPts val="360"/>
              </a:spcBef>
              <a:spcAft>
                <a:spcPts val="0"/>
              </a:spcAft>
              <a:buSzPts val="1080"/>
              <a:buChar char="🞩"/>
              <a:defRPr/>
            </a:lvl5pPr>
            <a:lvl6pPr indent="-297179" lvl="5" marL="2743200" algn="l">
              <a:spcBef>
                <a:spcPts val="360"/>
              </a:spcBef>
              <a:spcAft>
                <a:spcPts val="0"/>
              </a:spcAft>
              <a:buSzPts val="1080"/>
              <a:buChar char="🞤"/>
              <a:defRPr/>
            </a:lvl6pPr>
            <a:lvl7pPr indent="-297179" lvl="6" marL="3200400" algn="l">
              <a:spcBef>
                <a:spcPts val="360"/>
              </a:spcBef>
              <a:spcAft>
                <a:spcPts val="0"/>
              </a:spcAft>
              <a:buSzPts val="1080"/>
              <a:buChar char="🞲"/>
              <a:defRPr/>
            </a:lvl7pPr>
            <a:lvl8pPr indent="-297179" lvl="7" marL="3657600" algn="l"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indent="-297179" lvl="8" marL="4114800" algn="l"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/>
        </p:txBody>
      </p:sp>
      <p:sp>
        <p:nvSpPr>
          <p:cNvPr id="248" name="Google Shape;248;g35c83460dbf_0_342"/>
          <p:cNvSpPr txBox="1"/>
          <p:nvPr>
            <p:ph idx="10" type="dt"/>
          </p:nvPr>
        </p:nvSpPr>
        <p:spPr>
          <a:xfrm>
            <a:off x="6477000" y="76200"/>
            <a:ext cx="25146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9" name="Google Shape;249;g35c83460dbf_0_342"/>
          <p:cNvSpPr txBox="1"/>
          <p:nvPr>
            <p:ph idx="11" type="ftr"/>
          </p:nvPr>
        </p:nvSpPr>
        <p:spPr>
          <a:xfrm>
            <a:off x="3124200" y="76200"/>
            <a:ext cx="33528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g35c83460dbf_0_342"/>
          <p:cNvSpPr txBox="1"/>
          <p:nvPr>
            <p:ph idx="12" type="sldNum"/>
          </p:nvPr>
        </p:nvSpPr>
        <p:spPr>
          <a:xfrm>
            <a:off x="8229600" y="6477000"/>
            <a:ext cx="7620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1.xml"/><Relationship Id="rId13" Type="http://schemas.openxmlformats.org/officeDocument/2006/relationships/theme" Target="../theme/theme4.xml"/><Relationship Id="rId12" Type="http://schemas.openxmlformats.org/officeDocument/2006/relationships/slideLayout" Target="../slideLayouts/slideLayout33.xml"/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3.xml"/><Relationship Id="rId3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Google Shape;6;p27"/>
          <p:cNvCxnSpPr/>
          <p:nvPr/>
        </p:nvCxnSpPr>
        <p:spPr>
          <a:xfrm>
            <a:off x="514350" y="1050898"/>
            <a:ext cx="8629650" cy="2381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" name="Google Shape;7;p27"/>
          <p:cNvSpPr txBox="1"/>
          <p:nvPr>
            <p:ph idx="1" type="body"/>
          </p:nvPr>
        </p:nvSpPr>
        <p:spPr>
          <a:xfrm>
            <a:off x="304800" y="1554162"/>
            <a:ext cx="8686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084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🞭"/>
              <a:defRPr b="0" i="0" sz="3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5306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Char char="🞤"/>
              <a:defRPr b="0" i="0" sz="2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-33528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🞫"/>
              <a:defRPr b="0" i="0" sz="24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🞲"/>
              <a:defRPr b="0" i="0" sz="2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-297179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Char char="🞩"/>
              <a:defRPr b="0" i="0" sz="1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-297179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Char char="🞤"/>
              <a:defRPr b="0" i="0" sz="1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-28956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🞲"/>
              <a:defRPr b="0" i="0" sz="16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-289559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◆"/>
              <a:defRPr b="0" i="0" sz="16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-281940" lvl="8" marL="4114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◼"/>
              <a:defRPr b="0" i="0" sz="14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8" name="Google Shape;8;p27"/>
          <p:cNvSpPr txBox="1"/>
          <p:nvPr>
            <p:ph idx="10" type="dt"/>
          </p:nvPr>
        </p:nvSpPr>
        <p:spPr>
          <a:xfrm>
            <a:off x="6477000" y="76200"/>
            <a:ext cx="2514600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9" name="Google Shape;9;p27"/>
          <p:cNvSpPr txBox="1"/>
          <p:nvPr>
            <p:ph idx="11" type="ftr"/>
          </p:nvPr>
        </p:nvSpPr>
        <p:spPr>
          <a:xfrm>
            <a:off x="3124200" y="76200"/>
            <a:ext cx="3352800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0" name="Google Shape;10;p27"/>
          <p:cNvSpPr txBox="1"/>
          <p:nvPr>
            <p:ph idx="12" type="sldNum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" name="Google Shape;11;p27"/>
          <p:cNvSpPr txBox="1"/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Libre Franklin Medium"/>
              <a:buNone/>
              <a:defRPr b="0" i="0" sz="3600" u="none" cap="none" strike="noStrike">
                <a:solidFill>
                  <a:schemeClr val="dk2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12" name="Google Shape;12;p27"/>
          <p:cNvCxnSpPr/>
          <p:nvPr/>
        </p:nvCxnSpPr>
        <p:spPr>
          <a:xfrm>
            <a:off x="514350" y="1050898"/>
            <a:ext cx="8629650" cy="2381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" name="Google Shape;13;p27"/>
          <p:cNvCxnSpPr/>
          <p:nvPr/>
        </p:nvCxnSpPr>
        <p:spPr>
          <a:xfrm>
            <a:off x="514350" y="1057986"/>
            <a:ext cx="8629650" cy="2381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8" name="Google Shape;88;g35c83460dbf_0_184"/>
          <p:cNvCxnSpPr/>
          <p:nvPr/>
        </p:nvCxnSpPr>
        <p:spPr>
          <a:xfrm>
            <a:off x="514350" y="1050898"/>
            <a:ext cx="8629800" cy="2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g35c83460dbf_0_184"/>
          <p:cNvSpPr txBox="1"/>
          <p:nvPr>
            <p:ph idx="1" type="body"/>
          </p:nvPr>
        </p:nvSpPr>
        <p:spPr>
          <a:xfrm>
            <a:off x="304800" y="1554162"/>
            <a:ext cx="8686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084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🞭"/>
              <a:defRPr b="0" i="0" sz="3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53060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Char char="🞤"/>
              <a:defRPr b="0" i="0" sz="2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-33528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🞫"/>
              <a:defRPr b="0" i="0" sz="24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-3175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🞲"/>
              <a:defRPr b="0" i="0" sz="2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-297179" lvl="4" marL="22860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Char char="🞩"/>
              <a:defRPr b="0" i="0" sz="1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-297179" lvl="5" marL="27432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Char char="🞤"/>
              <a:defRPr b="0" i="0" sz="1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-289560" lvl="6" marL="32004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🞲"/>
              <a:defRPr b="0" i="0" sz="16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-289559" lvl="7" marL="36576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◆"/>
              <a:defRPr b="0" i="0" sz="16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-281940" lvl="8" marL="4114800" marR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◼"/>
              <a:defRPr b="0" i="0" sz="14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90" name="Google Shape;90;g35c83460dbf_0_184"/>
          <p:cNvSpPr txBox="1"/>
          <p:nvPr>
            <p:ph idx="10" type="dt"/>
          </p:nvPr>
        </p:nvSpPr>
        <p:spPr>
          <a:xfrm>
            <a:off x="6477000" y="76200"/>
            <a:ext cx="25146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91" name="Google Shape;91;g35c83460dbf_0_184"/>
          <p:cNvSpPr txBox="1"/>
          <p:nvPr>
            <p:ph idx="11" type="ftr"/>
          </p:nvPr>
        </p:nvSpPr>
        <p:spPr>
          <a:xfrm>
            <a:off x="3124200" y="76200"/>
            <a:ext cx="33528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92" name="Google Shape;92;g35c83460dbf_0_184"/>
          <p:cNvSpPr txBox="1"/>
          <p:nvPr>
            <p:ph idx="12" type="sldNum"/>
          </p:nvPr>
        </p:nvSpPr>
        <p:spPr>
          <a:xfrm>
            <a:off x="8229600" y="6477000"/>
            <a:ext cx="7620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3" name="Google Shape;93;g35c83460dbf_0_184"/>
          <p:cNvSpPr txBox="1"/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Libre Franklin Medium"/>
              <a:buNone/>
              <a:defRPr b="0" i="0" sz="3600" u="none" cap="none" strike="noStrike">
                <a:solidFill>
                  <a:schemeClr val="dk2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94" name="Google Shape;94;g35c83460dbf_0_184"/>
          <p:cNvCxnSpPr/>
          <p:nvPr/>
        </p:nvCxnSpPr>
        <p:spPr>
          <a:xfrm>
            <a:off x="514350" y="1050898"/>
            <a:ext cx="8629800" cy="2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" name="Google Shape;95;g35c83460dbf_0_184"/>
          <p:cNvCxnSpPr/>
          <p:nvPr/>
        </p:nvCxnSpPr>
        <p:spPr>
          <a:xfrm>
            <a:off x="514350" y="1057986"/>
            <a:ext cx="8629800" cy="2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0" name="Google Shape;170;g35c83460dbf_0_266"/>
          <p:cNvCxnSpPr/>
          <p:nvPr/>
        </p:nvCxnSpPr>
        <p:spPr>
          <a:xfrm>
            <a:off x="514350" y="1050898"/>
            <a:ext cx="8629800" cy="2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1" name="Google Shape;171;g35c83460dbf_0_266"/>
          <p:cNvSpPr txBox="1"/>
          <p:nvPr>
            <p:ph idx="1" type="body"/>
          </p:nvPr>
        </p:nvSpPr>
        <p:spPr>
          <a:xfrm>
            <a:off x="304800" y="1554162"/>
            <a:ext cx="8686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0840" lvl="0" marL="457200" marR="0" algn="l"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🞭"/>
              <a:defRPr b="0" i="0" sz="3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53060" lvl="1" marL="914400" marR="0" algn="l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Char char="🞤"/>
              <a:defRPr b="0" i="0" sz="2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-335280" lvl="2" marL="1371600" marR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🞫"/>
              <a:defRPr b="0" i="0" sz="24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-3175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🞲"/>
              <a:defRPr b="0" i="0" sz="2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-297179" lvl="4" marL="2286000" marR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Char char="🞩"/>
              <a:defRPr b="0" i="0" sz="1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-297179" lvl="5" marL="2743200" marR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Char char="🞤"/>
              <a:defRPr b="0" i="0" sz="1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-289560" lvl="6" marL="3200400" marR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🞲"/>
              <a:defRPr b="0" i="0" sz="16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-289559" lvl="7" marL="3657600" marR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◆"/>
              <a:defRPr b="0" i="0" sz="16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-281940" lvl="8" marL="4114800" marR="0" algn="l"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◼"/>
              <a:defRPr b="0" i="0" sz="14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72" name="Google Shape;172;g35c83460dbf_0_266"/>
          <p:cNvSpPr txBox="1"/>
          <p:nvPr>
            <p:ph idx="10" type="dt"/>
          </p:nvPr>
        </p:nvSpPr>
        <p:spPr>
          <a:xfrm>
            <a:off x="6477000" y="76200"/>
            <a:ext cx="25146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73" name="Google Shape;173;g35c83460dbf_0_266"/>
          <p:cNvSpPr txBox="1"/>
          <p:nvPr>
            <p:ph idx="11" type="ftr"/>
          </p:nvPr>
        </p:nvSpPr>
        <p:spPr>
          <a:xfrm>
            <a:off x="3124200" y="76200"/>
            <a:ext cx="33528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74" name="Google Shape;174;g35c83460dbf_0_266"/>
          <p:cNvSpPr txBox="1"/>
          <p:nvPr>
            <p:ph idx="12" type="sldNum"/>
          </p:nvPr>
        </p:nvSpPr>
        <p:spPr>
          <a:xfrm>
            <a:off x="8229600" y="6477000"/>
            <a:ext cx="7620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75" name="Google Shape;175;g35c83460dbf_0_266"/>
          <p:cNvSpPr txBox="1"/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Libre Franklin Medium"/>
              <a:buNone/>
              <a:defRPr b="0" i="0" sz="3600" u="none" cap="none" strike="noStrike">
                <a:solidFill>
                  <a:schemeClr val="dk2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cxnSp>
        <p:nvCxnSpPr>
          <p:cNvPr id="176" name="Google Shape;176;g35c83460dbf_0_266"/>
          <p:cNvCxnSpPr/>
          <p:nvPr/>
        </p:nvCxnSpPr>
        <p:spPr>
          <a:xfrm>
            <a:off x="514350" y="1050898"/>
            <a:ext cx="8629800" cy="2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" name="Google Shape;177;g35c83460dbf_0_266"/>
          <p:cNvCxnSpPr/>
          <p:nvPr/>
        </p:nvCxnSpPr>
        <p:spPr>
          <a:xfrm>
            <a:off x="514350" y="1057986"/>
            <a:ext cx="8629800" cy="2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jpg"/><Relationship Id="rId4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5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4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"/>
          <p:cNvSpPr txBox="1"/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Libre Franklin Medium"/>
              <a:buNone/>
            </a:pPr>
            <a:r>
              <a:rPr lang="pt-BR"/>
              <a:t>EXERCÍCIO 1</a:t>
            </a:r>
            <a:endParaRPr/>
          </a:p>
        </p:txBody>
      </p:sp>
      <p:sp>
        <p:nvSpPr>
          <p:cNvPr id="256" name="Google Shape;256;p1"/>
          <p:cNvSpPr txBox="1"/>
          <p:nvPr>
            <p:ph idx="1" type="body"/>
          </p:nvPr>
        </p:nvSpPr>
        <p:spPr>
          <a:xfrm>
            <a:off x="304800" y="1554163"/>
            <a:ext cx="8686800" cy="17308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Faça um algoritmo que a partir de um salário informado pelo usuário, obtenha como retorno o salário aumentado de 30%.</a:t>
            </a:r>
            <a:endParaRPr/>
          </a:p>
          <a:p>
            <a:pPr indent="-20066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70000"/>
              <a:buNone/>
            </a:pPr>
            <a:r>
              <a:t/>
            </a:r>
            <a:endParaRPr/>
          </a:p>
        </p:txBody>
      </p:sp>
      <p:sp>
        <p:nvSpPr>
          <p:cNvPr id="257" name="Google Shape;257;p1"/>
          <p:cNvSpPr txBox="1"/>
          <p:nvPr/>
        </p:nvSpPr>
        <p:spPr>
          <a:xfrm>
            <a:off x="611560" y="5301208"/>
            <a:ext cx="8136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Para sair do programa utilize salário igual a 0.</a:t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descr="Jornal dos Bairros - Arrecadação sobre dívida ativa bate recorde em 2016" id="258" name="Google Shape;25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1270" y="3909623"/>
            <a:ext cx="3143250" cy="261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"/>
          <p:cNvSpPr txBox="1"/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Libre Franklin Medium"/>
              <a:buNone/>
            </a:pPr>
            <a:r>
              <a:rPr lang="pt-BR"/>
              <a:t>EXERCÍCIO 2</a:t>
            </a:r>
            <a:endParaRPr/>
          </a:p>
        </p:txBody>
      </p:sp>
      <p:sp>
        <p:nvSpPr>
          <p:cNvPr id="264" name="Google Shape;264;p2"/>
          <p:cNvSpPr txBox="1"/>
          <p:nvPr>
            <p:ph idx="1" type="body"/>
          </p:nvPr>
        </p:nvSpPr>
        <p:spPr>
          <a:xfrm>
            <a:off x="304800" y="1554162"/>
            <a:ext cx="8686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10000"/>
          </a:bodyPr>
          <a:lstStyle/>
          <a:p>
            <a:pPr indent="-332232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0000"/>
              <a:buChar char="?"/>
            </a:pPr>
            <a:r>
              <a:rPr lang="pt-BR"/>
              <a:t>O custo ao consumidor de um carro novo, é  a soma do custo de fábrica com o percentual do revendedor e com os custos dos impostos (aplicados ao custo de fábrica).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SzPct val="70000"/>
              <a:buNone/>
            </a:pPr>
            <a:br>
              <a:rPr lang="pt-BR"/>
            </a:br>
            <a:r>
              <a:rPr lang="pt-BR"/>
              <a:t>Supondo que a percentual do revendedor seja de 25% e que os impostos custam 45% </a:t>
            </a:r>
            <a:r>
              <a:rPr lang="pt-BR"/>
              <a:t>acima do preço do revendedor.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SzPct val="70000"/>
              <a:buNone/>
            </a:pPr>
            <a:r>
              <a:rPr lang="pt-BR"/>
              <a:t>	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SzPct val="70000"/>
              <a:buNone/>
            </a:pPr>
            <a:r>
              <a:rPr lang="pt-BR"/>
              <a:t>	Faça um algoritmo que leia o custo de fábrica e determine o preço final do automóvel (custo ao consumidor). Mostre também o valor do percentual do revendedor e dos impostos.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3651a9bdfc_1_0"/>
          <p:cNvSpPr txBox="1"/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Libre Franklin Medium"/>
              <a:buNone/>
            </a:pPr>
            <a:r>
              <a:rPr lang="pt-BR"/>
              <a:t>EXERCÍCIO 3</a:t>
            </a:r>
            <a:endParaRPr/>
          </a:p>
        </p:txBody>
      </p:sp>
      <p:sp>
        <p:nvSpPr>
          <p:cNvPr id="270" name="Google Shape;270;g33651a9bdfc_1_0"/>
          <p:cNvSpPr txBox="1"/>
          <p:nvPr>
            <p:ph idx="1" type="body"/>
          </p:nvPr>
        </p:nvSpPr>
        <p:spPr>
          <a:xfrm>
            <a:off x="179512" y="1412777"/>
            <a:ext cx="8686800" cy="31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?"/>
            </a:pPr>
            <a:r>
              <a:rPr lang="pt-BR"/>
              <a:t> Analisando a </a:t>
            </a:r>
            <a:r>
              <a:rPr lang="pt-BR"/>
              <a:t>fórmula</a:t>
            </a:r>
            <a:r>
              <a:rPr lang="pt-BR"/>
              <a:t> “ prestação = valor + (valor * (taxa/100) * tempo)”, crie um algoritmo para efetuar o </a:t>
            </a:r>
            <a:r>
              <a:rPr lang="pt-BR"/>
              <a:t>cálculo</a:t>
            </a:r>
            <a:r>
              <a:rPr lang="pt-BR"/>
              <a:t> do valor de uma prestação em atraso. Você deverá ler o valor da prestação, a taxa de juros imposta pelo banco, e o número de dias em atraso.</a:t>
            </a:r>
            <a:endParaRPr/>
          </a:p>
        </p:txBody>
      </p:sp>
      <p:pic>
        <p:nvPicPr>
          <p:cNvPr descr="Guia para você ajustar suas contas durante a quarentena | A Gazeta" id="271" name="Google Shape;271;g33651a9bdfc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2040" y="4437112"/>
            <a:ext cx="3461967" cy="2232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3651a9bdfc_1_6"/>
          <p:cNvSpPr txBox="1"/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Libre Franklin Medium"/>
              <a:buNone/>
            </a:pPr>
            <a:r>
              <a:rPr lang="pt-BR"/>
              <a:t>EXERCÍCIO 4</a:t>
            </a:r>
            <a:endParaRPr/>
          </a:p>
        </p:txBody>
      </p:sp>
      <p:sp>
        <p:nvSpPr>
          <p:cNvPr id="277" name="Google Shape;277;g33651a9bdfc_1_6"/>
          <p:cNvSpPr txBox="1"/>
          <p:nvPr>
            <p:ph idx="1" type="body"/>
          </p:nvPr>
        </p:nvSpPr>
        <p:spPr>
          <a:xfrm>
            <a:off x="179512" y="1412777"/>
            <a:ext cx="8686800" cy="31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?"/>
            </a:pPr>
            <a:r>
              <a:rPr lang="pt-BR"/>
              <a:t> Considerando que para um consórcio, sabe-se o número total de prestações, a quantidade de prestações pagas e o valor atual da prestação, escreva um algoritmo que determine o total pago pelo consorciado e o saldo devedor.</a:t>
            </a:r>
            <a:endParaRPr/>
          </a:p>
        </p:txBody>
      </p:sp>
      <p:pic>
        <p:nvPicPr>
          <p:cNvPr descr="Pin em FOTOS POWERPOINT" id="278" name="Google Shape;278;g33651a9bdfc_1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25885" y="4430780"/>
            <a:ext cx="2581275" cy="2286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5c83460dbf_0_174"/>
          <p:cNvSpPr txBox="1"/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Libre Franklin Medium"/>
              <a:buNone/>
            </a:pPr>
            <a:r>
              <a:rPr lang="pt-BR"/>
              <a:t>EXERCÍCIO 5</a:t>
            </a:r>
            <a:endParaRPr/>
          </a:p>
        </p:txBody>
      </p:sp>
      <p:sp>
        <p:nvSpPr>
          <p:cNvPr id="284" name="Google Shape;284;g35c83460dbf_0_174"/>
          <p:cNvSpPr txBox="1"/>
          <p:nvPr>
            <p:ph idx="1" type="body"/>
          </p:nvPr>
        </p:nvSpPr>
        <p:spPr>
          <a:xfrm>
            <a:off x="179512" y="1412777"/>
            <a:ext cx="8686800" cy="31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 Leia a idade ( em anos ) de várias pessoas e para cada uma delas informe:</a:t>
            </a:r>
            <a:endParaRPr/>
          </a:p>
          <a:p>
            <a:pPr indent="-221996" lvl="0" marL="342900" rtl="0" algn="l">
              <a:spcBef>
                <a:spcPts val="544"/>
              </a:spcBef>
              <a:spcAft>
                <a:spcPts val="0"/>
              </a:spcAft>
              <a:buSzPct val="7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44"/>
              </a:spcBef>
              <a:spcAft>
                <a:spcPts val="0"/>
              </a:spcAft>
              <a:buNone/>
            </a:pPr>
            <a:r>
              <a:rPr lang="pt-BR"/>
              <a:t>A sua idade em anos convertida para meses e  dias.</a:t>
            </a:r>
            <a:endParaRPr/>
          </a:p>
          <a:p>
            <a:pPr indent="0" lvl="0" marL="0" rtl="0" algn="l">
              <a:spcBef>
                <a:spcPts val="544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44"/>
              </a:spcBef>
              <a:spcAft>
                <a:spcPts val="0"/>
              </a:spcAft>
              <a:buNone/>
            </a:pPr>
            <a:r>
              <a:rPr lang="pt-BR"/>
              <a:t>Terminar com idade igual a 0.</a:t>
            </a:r>
            <a:endParaRPr/>
          </a:p>
          <a:p>
            <a:pPr indent="0" lvl="0" marL="0" rtl="0" algn="l">
              <a:spcBef>
                <a:spcPts val="544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44"/>
              </a:spcBef>
              <a:spcAft>
                <a:spcPts val="0"/>
              </a:spcAft>
              <a:buNone/>
            </a:pPr>
            <a:r>
              <a:rPr lang="pt-BR"/>
              <a:t>Ex para uma pessoa de 44 anos: 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SzPct val="70000"/>
              <a:buNone/>
            </a:pPr>
            <a:r>
              <a:rPr lang="pt-BR"/>
              <a:t>A sua idade é de: 44 anos, 528 meses, </a:t>
            </a:r>
            <a:r>
              <a:rPr lang="pt-BR"/>
              <a:t>16060</a:t>
            </a:r>
            <a:r>
              <a:rPr lang="pt-BR"/>
              <a:t> dias.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5c83460dbf_0_179"/>
          <p:cNvSpPr txBox="1"/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Libre Franklin Medium"/>
              <a:buNone/>
            </a:pPr>
            <a:r>
              <a:rPr lang="pt-BR"/>
              <a:t>EXERCÍCIO 6</a:t>
            </a:r>
            <a:endParaRPr/>
          </a:p>
        </p:txBody>
      </p:sp>
      <p:sp>
        <p:nvSpPr>
          <p:cNvPr id="290" name="Google Shape;290;g35c83460dbf_0_179"/>
          <p:cNvSpPr txBox="1"/>
          <p:nvPr>
            <p:ph idx="1" type="body"/>
          </p:nvPr>
        </p:nvSpPr>
        <p:spPr>
          <a:xfrm>
            <a:off x="179512" y="1412777"/>
            <a:ext cx="8686800" cy="31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ct val="70000"/>
              <a:buChar char="🞭"/>
            </a:pPr>
            <a:r>
              <a:rPr lang="pt-BR"/>
              <a:t> O restaurante a quilo Bem-Bão cobra R$12,00 por cada quilo de refeição. Escreva um algoritmo que leia o peso do prato montado pelo cliente (em quilos) e imprima o valor a pagar. Assuma que a balança já desconte o peso do prato.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SzPct val="7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SzPct val="70000"/>
              <a:buChar char="🞭"/>
            </a:pPr>
            <a:r>
              <a:rPr lang="pt-BR"/>
              <a:t>Ex: escreva("O valor a pagar é: R$ ", valor_pagar)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5c83bc5b32_1_0"/>
          <p:cNvSpPr txBox="1"/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Libre Franklin Medium"/>
              <a:buNone/>
            </a:pPr>
            <a:r>
              <a:rPr lang="pt-BR"/>
              <a:t>EXERCÍCIO 7</a:t>
            </a:r>
            <a:endParaRPr/>
          </a:p>
        </p:txBody>
      </p:sp>
      <p:sp>
        <p:nvSpPr>
          <p:cNvPr id="296" name="Google Shape;296;g35c83bc5b32_1_0"/>
          <p:cNvSpPr txBox="1"/>
          <p:nvPr>
            <p:ph idx="1" type="body"/>
          </p:nvPr>
        </p:nvSpPr>
        <p:spPr>
          <a:xfrm>
            <a:off x="179512" y="1412777"/>
            <a:ext cx="8686800" cy="31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ct val="70000"/>
              <a:buChar char="🞭"/>
            </a:pPr>
            <a:r>
              <a:rPr lang="pt-BR"/>
              <a:t> A padaria Hotpão vende certa quantidade de pães franceses e uma quantidade de broas a cada dia. Cada pãozinho custa R$ 0,12 e a broa custa R$ 1,50. Ao final do dia, o dono quer saber quanto arrecadou com a venda dos pães e broas (juntos), e quanto deve guardar numa conta de poupança (10% do total arrecadado). Você foi contratado para fazer os cálculos para o dono. Com base nestes fatos, faça um algoritmo para ler as quantidades de pães e de broas, e depois calcular os dados solicitados.</a:t>
            </a:r>
            <a:endParaRPr/>
          </a:p>
        </p:txBody>
      </p:sp>
      <p:pic>
        <p:nvPicPr>
          <p:cNvPr id="297" name="Google Shape;297;g35c83bc5b32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99992" y="4274309"/>
            <a:ext cx="4231779" cy="25390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5c83bc5b32_4_0"/>
          <p:cNvSpPr txBox="1"/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Libre Franklin Medium"/>
              <a:buNone/>
            </a:pPr>
            <a:r>
              <a:rPr lang="pt-BR"/>
              <a:t>EXERCÍCIO 8</a:t>
            </a:r>
            <a:endParaRPr/>
          </a:p>
        </p:txBody>
      </p:sp>
      <p:sp>
        <p:nvSpPr>
          <p:cNvPr id="303" name="Google Shape;303;g35c83bc5b32_4_0"/>
          <p:cNvSpPr txBox="1"/>
          <p:nvPr>
            <p:ph idx="1" type="body"/>
          </p:nvPr>
        </p:nvSpPr>
        <p:spPr>
          <a:xfrm>
            <a:off x="179512" y="1412777"/>
            <a:ext cx="8686800" cy="31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ct val="70000"/>
              <a:buChar char="🞭"/>
            </a:pPr>
            <a:r>
              <a:rPr lang="pt-BR"/>
              <a:t> A empresa Lolitas Bar paga R$ 30,00 por hora normal trabalhada, e R$ 15,00 por hora extra. 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SzPct val="70000"/>
              <a:buChar char="🞭"/>
            </a:pPr>
            <a:r>
              <a:rPr lang="pt-BR"/>
              <a:t>Faça um algoritmo para calcular e imprimir o salário bruto e o salário líquido de um determinado funcionário. Considere que o salário líquido é igual ao salário bruto descontando-se 10% de impostos.</a:t>
            </a:r>
            <a:endParaRPr/>
          </a:p>
        </p:txBody>
      </p:sp>
      <p:pic>
        <p:nvPicPr>
          <p:cNvPr id="304" name="Google Shape;304;g35c83bc5b32_4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7944" y="4604393"/>
            <a:ext cx="4668957" cy="19442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5f9e6d1068_3_0"/>
          <p:cNvSpPr txBox="1"/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Libre Franklin Medium"/>
              <a:buNone/>
            </a:pPr>
            <a:r>
              <a:rPr lang="pt-BR"/>
              <a:t>EXERCÍCIO 9</a:t>
            </a:r>
            <a:endParaRPr/>
          </a:p>
        </p:txBody>
      </p:sp>
      <p:sp>
        <p:nvSpPr>
          <p:cNvPr id="310" name="Google Shape;310;g35f9e6d1068_3_0"/>
          <p:cNvSpPr txBox="1"/>
          <p:nvPr>
            <p:ph idx="1" type="body"/>
          </p:nvPr>
        </p:nvSpPr>
        <p:spPr>
          <a:xfrm>
            <a:off x="179512" y="1412777"/>
            <a:ext cx="8686800" cy="31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10000"/>
          </a:bodyPr>
          <a:lstStyle/>
          <a:p>
            <a:pPr indent="-341916" lvl="0" marL="342900" rtl="0" algn="l">
              <a:spcBef>
                <a:spcPts val="0"/>
              </a:spcBef>
              <a:spcAft>
                <a:spcPts val="0"/>
              </a:spcAft>
              <a:buSzPct val="86610"/>
              <a:buChar char="🞭"/>
            </a:pPr>
            <a:r>
              <a:rPr lang="pt-BR" sz="7170"/>
              <a:t>Criar um algoritmo que leia o valor em reais e transforme para:</a:t>
            </a:r>
            <a:endParaRPr sz="7170"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SzPct val="31241"/>
              <a:buNone/>
            </a:pPr>
            <a:r>
              <a:t/>
            </a:r>
            <a:endParaRPr sz="7170"/>
          </a:p>
          <a:p>
            <a:pPr indent="-341916" lvl="0" marL="342900" rtl="0" algn="l">
              <a:spcBef>
                <a:spcPts val="448"/>
              </a:spcBef>
              <a:spcAft>
                <a:spcPts val="0"/>
              </a:spcAft>
              <a:buSzPct val="86610"/>
              <a:buChar char="🞭"/>
            </a:pPr>
            <a:r>
              <a:rPr lang="pt-BR" sz="7170"/>
              <a:t>Dólar americano (igual a R$ 5,67).</a:t>
            </a:r>
            <a:endParaRPr sz="7170"/>
          </a:p>
          <a:p>
            <a:pPr indent="-341916" lvl="0" marL="342900" rtl="0" algn="l">
              <a:spcBef>
                <a:spcPts val="448"/>
              </a:spcBef>
              <a:spcAft>
                <a:spcPts val="0"/>
              </a:spcAft>
              <a:buSzPct val="86610"/>
              <a:buChar char="🞭"/>
            </a:pPr>
            <a:r>
              <a:rPr lang="pt-BR" sz="7170"/>
              <a:t>Euro (igual a R$ 6,61).</a:t>
            </a:r>
            <a:endParaRPr sz="7170"/>
          </a:p>
          <a:p>
            <a:pPr indent="-341916" lvl="0" marL="342900" rtl="0" algn="l">
              <a:spcBef>
                <a:spcPts val="448"/>
              </a:spcBef>
              <a:spcAft>
                <a:spcPts val="0"/>
              </a:spcAft>
              <a:buSzPct val="86610"/>
              <a:buChar char="🞭"/>
            </a:pPr>
            <a:r>
              <a:rPr lang="pt-BR" sz="7170"/>
              <a:t>Peso argentino (igual a R$ 0,0049).</a:t>
            </a:r>
            <a:endParaRPr sz="7170"/>
          </a:p>
          <a:p>
            <a:pPr indent="-341916" lvl="0" marL="342900" rtl="0" algn="l">
              <a:spcBef>
                <a:spcPts val="448"/>
              </a:spcBef>
              <a:spcAft>
                <a:spcPts val="0"/>
              </a:spcAft>
              <a:buSzPct val="86610"/>
              <a:buChar char="🞭"/>
            </a:pPr>
            <a:r>
              <a:rPr lang="pt-BR" sz="7170"/>
              <a:t>Franco suíço (igual a R$ 7,07).</a:t>
            </a:r>
            <a:endParaRPr sz="7170"/>
          </a:p>
          <a:p>
            <a:pPr indent="-243332" lvl="0" marL="342900" rtl="0" algn="l">
              <a:spcBef>
                <a:spcPts val="448"/>
              </a:spcBef>
              <a:spcAft>
                <a:spcPts val="0"/>
              </a:spcAft>
              <a:buSzPct val="31241"/>
              <a:buNone/>
            </a:pPr>
            <a:r>
              <a:t/>
            </a:r>
            <a:endParaRPr sz="7170"/>
          </a:p>
          <a:p>
            <a:pPr indent="-341916" lvl="0" marL="342900" rtl="0" algn="l">
              <a:spcBef>
                <a:spcPts val="448"/>
              </a:spcBef>
              <a:spcAft>
                <a:spcPts val="0"/>
              </a:spcAft>
              <a:buSzPct val="86610"/>
              <a:buChar char="🞭"/>
            </a:pPr>
            <a:r>
              <a:rPr lang="pt-BR" sz="7170"/>
              <a:t>O programa termina quando o valor em </a:t>
            </a:r>
            <a:r>
              <a:rPr lang="pt-BR" sz="7170"/>
              <a:t>reais</a:t>
            </a:r>
            <a:r>
              <a:rPr lang="pt-BR" sz="7170"/>
              <a:t> for igual a 0.</a:t>
            </a:r>
            <a:endParaRPr sz="7170"/>
          </a:p>
          <a:p>
            <a:pPr indent="-243332" lvl="0" marL="342900" rtl="0" algn="l">
              <a:spcBef>
                <a:spcPts val="448"/>
              </a:spcBef>
              <a:spcAft>
                <a:spcPts val="0"/>
              </a:spcAft>
              <a:buSzPct val="70000"/>
              <a:buNone/>
            </a:pPr>
            <a:r>
              <a:t/>
            </a:r>
            <a:endParaRPr/>
          </a:p>
          <a:p>
            <a:pPr indent="-243332" lvl="0" marL="342900" rtl="0" algn="l">
              <a:spcBef>
                <a:spcPts val="448"/>
              </a:spcBef>
              <a:spcAft>
                <a:spcPts val="0"/>
              </a:spcAft>
              <a:buSzPct val="70000"/>
              <a:buNone/>
            </a:pPr>
            <a:r>
              <a:t/>
            </a:r>
            <a:endParaRPr/>
          </a:p>
          <a:p>
            <a:pPr indent="-243332" lvl="0" marL="342900" rtl="0" algn="l">
              <a:spcBef>
                <a:spcPts val="448"/>
              </a:spcBef>
              <a:spcAft>
                <a:spcPts val="0"/>
              </a:spcAft>
              <a:buSzPct val="70000"/>
              <a:buNone/>
            </a:pPr>
            <a:r>
              <a:t/>
            </a:r>
            <a:endParaRPr/>
          </a:p>
          <a:p>
            <a:pPr indent="-243332" lvl="0" marL="342900" rtl="0" algn="l">
              <a:spcBef>
                <a:spcPts val="448"/>
              </a:spcBef>
              <a:spcAft>
                <a:spcPts val="0"/>
              </a:spcAft>
              <a:buSzPct val="70000"/>
              <a:buNone/>
            </a:pPr>
            <a:r>
              <a:t/>
            </a:r>
            <a:endParaRPr/>
          </a:p>
        </p:txBody>
      </p:sp>
      <p:pic>
        <p:nvPicPr>
          <p:cNvPr descr="Precisa de um dinheiro rápido? Compre essa 5 ações e espere; você tem  chance de ganhar um bom dinheiro em até 30 dias - Seu Dinheiro" id="311" name="Google Shape;311;g35f9e6d1068_3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5936" y="4437112"/>
            <a:ext cx="3979496" cy="22322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5f9e6d1068_3_6"/>
          <p:cNvSpPr txBox="1"/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Libre Franklin Medium"/>
              <a:buNone/>
            </a:pPr>
            <a:r>
              <a:rPr lang="pt-BR"/>
              <a:t>EXERCÍCIO 10</a:t>
            </a:r>
            <a:endParaRPr/>
          </a:p>
        </p:txBody>
      </p:sp>
      <p:sp>
        <p:nvSpPr>
          <p:cNvPr id="317" name="Google Shape;317;g35f9e6d1068_3_6"/>
          <p:cNvSpPr txBox="1"/>
          <p:nvPr>
            <p:ph idx="1" type="body"/>
          </p:nvPr>
        </p:nvSpPr>
        <p:spPr>
          <a:xfrm>
            <a:off x="179512" y="1412777"/>
            <a:ext cx="8686800" cy="31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ct val="70000"/>
              <a:buChar char="🞭"/>
            </a:pPr>
            <a:r>
              <a:rPr lang="pt-BR"/>
              <a:t>Três amigos, Carlos, André e Felipe. decidiram rachar igualmente a conta de um bar. Faça um algoritmo para ler o valor total da conta e imprimir quanto cada um deve pagar. Incluir ao cálculo os 10% do garçom e R$ 5,00 de couvert artístico da banda musical que se apresentou no estabelecimento.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SzPct val="70000"/>
              <a:buNone/>
            </a:pPr>
            <a:r>
              <a:t/>
            </a:r>
            <a:endParaRPr/>
          </a:p>
        </p:txBody>
      </p:sp>
      <p:pic>
        <p:nvPicPr>
          <p:cNvPr descr="Conheça os bares participantes do Concurso Comida di Buteco 2021 Eventos BaresSP 570x300 imagem" id="318" name="Google Shape;318;g35f9e6d1068_3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56350" y="4822552"/>
            <a:ext cx="3328774" cy="175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5f9e6d1068_3_94"/>
          <p:cNvSpPr txBox="1"/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Libre Franklin Medium"/>
              <a:buNone/>
            </a:pPr>
            <a:r>
              <a:rPr lang="pt-BR"/>
              <a:t>EXERCÍCIO 11</a:t>
            </a:r>
            <a:endParaRPr/>
          </a:p>
        </p:txBody>
      </p:sp>
      <p:sp>
        <p:nvSpPr>
          <p:cNvPr id="324" name="Google Shape;324;g35f9e6d1068_3_94"/>
          <p:cNvSpPr txBox="1"/>
          <p:nvPr>
            <p:ph idx="1" type="body"/>
          </p:nvPr>
        </p:nvSpPr>
        <p:spPr>
          <a:xfrm>
            <a:off x="179512" y="1412777"/>
            <a:ext cx="8686800" cy="31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21564" lvl="0" marL="342900" rtl="0" algn="just">
              <a:spcBef>
                <a:spcPts val="0"/>
              </a:spcBef>
              <a:spcAft>
                <a:spcPts val="0"/>
              </a:spcAft>
              <a:buSzPct val="70000"/>
              <a:buChar char="🞭"/>
            </a:pPr>
            <a:r>
              <a:rPr lang="pt-BR"/>
              <a:t>A lanchonete Gostosura vende apenas um tipo de sanduíche, cujo recheio inclui duas fatias de queijo, uma fatia de presunto e uma rodela de hambúrguer. Sabendo que cada fatia de queijo ou presunto pesa 50 gramas, e que a rodela de hambúrguer pesa 100 gramas, faça um algoritmo em que o dono forneça a quantidade de sanduíches a fazer, e a máquina informe as quantidades (em quilos) de queijo, presunto e carne necessários para compra.</a:t>
            </a:r>
            <a:endParaRPr/>
          </a:p>
          <a:p>
            <a:pPr indent="-221996" lvl="0" marL="342900" rtl="0" algn="l">
              <a:spcBef>
                <a:spcPts val="544"/>
              </a:spcBef>
              <a:spcAft>
                <a:spcPts val="0"/>
              </a:spcAft>
              <a:buSzPct val="70000"/>
              <a:buNone/>
            </a:pPr>
            <a:r>
              <a:t/>
            </a:r>
            <a:endParaRPr/>
          </a:p>
          <a:p>
            <a:pPr indent="-221996" lvl="0" marL="342900" rtl="0" algn="l">
              <a:spcBef>
                <a:spcPts val="544"/>
              </a:spcBef>
              <a:spcAft>
                <a:spcPts val="0"/>
              </a:spcAft>
              <a:buSzPct val="70000"/>
              <a:buNone/>
            </a:pPr>
            <a:r>
              <a:t/>
            </a:r>
            <a:endParaRPr/>
          </a:p>
        </p:txBody>
      </p:sp>
      <p:pic>
        <p:nvPicPr>
          <p:cNvPr descr="12 Receitas de Hambúrguer Caseiro Artesanal Fácil, Rápido e Simples: Saiba  Como Fazer" id="325" name="Google Shape;325;g35f9e6d1068_3_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69449" y="4807273"/>
            <a:ext cx="2117075" cy="149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g35f9e6d1068_3_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0375" y="3966073"/>
            <a:ext cx="5317125" cy="261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60c9fefca3_0_0"/>
          <p:cNvSpPr txBox="1"/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Libre Franklin Medium"/>
              <a:buNone/>
            </a:pPr>
            <a:r>
              <a:rPr lang="pt-BR"/>
              <a:t>EXERCÍCIO 12</a:t>
            </a:r>
            <a:endParaRPr/>
          </a:p>
        </p:txBody>
      </p:sp>
      <p:sp>
        <p:nvSpPr>
          <p:cNvPr id="332" name="Google Shape;332;g360c9fefca3_0_0"/>
          <p:cNvSpPr txBox="1"/>
          <p:nvPr>
            <p:ph idx="1" type="body"/>
          </p:nvPr>
        </p:nvSpPr>
        <p:spPr>
          <a:xfrm>
            <a:off x="179512" y="1412777"/>
            <a:ext cx="8686800" cy="31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ct val="70000"/>
              <a:buChar char="🞭"/>
            </a:pPr>
            <a:r>
              <a:rPr lang="pt-BR"/>
              <a:t>A fábrica de refrigerantes Cola Glub vende seu produto em três formatos: lata de 350 ml, garrafa de 600 ml e garrafa de 2 litros. Se um comerciante compra uma determinada quantidade de cada formato, faça um algoritmo para calcular quantos litros de refrigerante ele comprou.</a:t>
            </a:r>
            <a:endParaRPr/>
          </a:p>
          <a:p>
            <a:pPr indent="-211328" lvl="0" marL="342900" rtl="0" algn="l">
              <a:spcBef>
                <a:spcPts val="592"/>
              </a:spcBef>
              <a:spcAft>
                <a:spcPts val="0"/>
              </a:spcAft>
              <a:buSzPct val="70000"/>
              <a:buNone/>
            </a:pPr>
            <a:r>
              <a:t/>
            </a:r>
            <a:endParaRPr/>
          </a:p>
        </p:txBody>
      </p:sp>
      <p:pic>
        <p:nvPicPr>
          <p:cNvPr descr="Glub Cola – NewAge Indústria de Bebidas" id="333" name="Google Shape;333;g360c9fefca3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64288" y="3802732"/>
            <a:ext cx="1697371" cy="30552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ato comida png - Alta qualidade.png" id="334" name="Google Shape;334;g360c9fefca3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44008" y="4869160"/>
            <a:ext cx="2952327" cy="1988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60c9fefca3_0_7"/>
          <p:cNvSpPr txBox="1"/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Libre Franklin Medium"/>
              <a:buNone/>
            </a:pPr>
            <a:r>
              <a:rPr lang="pt-BR"/>
              <a:t>EXERCÍCIO 13</a:t>
            </a:r>
            <a:endParaRPr/>
          </a:p>
        </p:txBody>
      </p:sp>
      <p:sp>
        <p:nvSpPr>
          <p:cNvPr id="340" name="Google Shape;340;g360c9fefca3_0_7"/>
          <p:cNvSpPr txBox="1"/>
          <p:nvPr>
            <p:ph idx="1" type="body"/>
          </p:nvPr>
        </p:nvSpPr>
        <p:spPr>
          <a:xfrm>
            <a:off x="179512" y="1412777"/>
            <a:ext cx="8686800" cy="31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🞭"/>
            </a:pPr>
            <a:r>
              <a:rPr lang="pt-BR"/>
              <a:t>Um tonel de refresco é feito com 8 partes de água mineral e 2 partes de suco de maracujá. Faça um algoritmo para calcular quantos litros de água e de suco são necessários para se fazer X litros de refresco (informados pelo usuário).</a:t>
            </a:r>
            <a:endParaRPr/>
          </a:p>
        </p:txBody>
      </p:sp>
      <p:pic>
        <p:nvPicPr>
          <p:cNvPr descr="Suco, néctar e refresco: você sabe a diferença? | Sport Life" id="341" name="Google Shape;341;g360c9fefca3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84662" y="4509120"/>
            <a:ext cx="3457615" cy="2200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60c9fefca3_0_13"/>
          <p:cNvSpPr txBox="1"/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Libre Franklin Medium"/>
              <a:buNone/>
            </a:pPr>
            <a:r>
              <a:rPr lang="pt-BR"/>
              <a:t>EXERCÍCIO 14</a:t>
            </a:r>
            <a:endParaRPr/>
          </a:p>
        </p:txBody>
      </p:sp>
      <p:sp>
        <p:nvSpPr>
          <p:cNvPr id="347" name="Google Shape;347;g360c9fefca3_0_13"/>
          <p:cNvSpPr txBox="1"/>
          <p:nvPr>
            <p:ph idx="1" type="body"/>
          </p:nvPr>
        </p:nvSpPr>
        <p:spPr>
          <a:xfrm>
            <a:off x="179512" y="1412777"/>
            <a:ext cx="8686800" cy="31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🞭"/>
            </a:pPr>
            <a:r>
              <a:rPr lang="pt-BR"/>
              <a:t>Um funcionário recebe um salário fixo mais 4% de comissão sobre as vendas. Faça um algoritmo que receba o salário fixo de um funcionário e o valor de suas vendas, calcule e mostre a comissão e o salário final do funcionário.</a:t>
            </a:r>
            <a:endParaRPr/>
          </a:p>
        </p:txBody>
      </p:sp>
      <p:pic>
        <p:nvPicPr>
          <p:cNvPr descr="Salário mínimo de R$ 1.100 entra em vigor a partir desta sexta-feira -  Notícias - R7 Economia" id="348" name="Google Shape;348;g360c9fefca3_0_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99992" y="4293096"/>
            <a:ext cx="4108672" cy="2239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60c9fefca3_0_19"/>
          <p:cNvSpPr txBox="1"/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24137"/>
              <a:buFont typeface="Libre Franklin Medium"/>
              <a:buNone/>
            </a:pPr>
            <a:r>
              <a:rPr lang="pt-BR"/>
              <a:t>EXERCÍCIO 15 – </a:t>
            </a:r>
            <a:r>
              <a:rPr b="1" lang="pt-BR" sz="2900"/>
              <a:t>CASA DE BANHO ELEFANTINHO FELIZ</a:t>
            </a:r>
            <a:endParaRPr b="1" sz="2900"/>
          </a:p>
        </p:txBody>
      </p:sp>
      <p:sp>
        <p:nvSpPr>
          <p:cNvPr id="354" name="Google Shape;354;g360c9fefca3_0_19"/>
          <p:cNvSpPr txBox="1"/>
          <p:nvPr>
            <p:ph idx="1" type="body"/>
          </p:nvPr>
        </p:nvSpPr>
        <p:spPr>
          <a:xfrm>
            <a:off x="179512" y="1412776"/>
            <a:ext cx="8686800" cy="46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ct val="70000"/>
              <a:buChar char="🞭"/>
            </a:pPr>
            <a:r>
              <a:rPr lang="pt-BR"/>
              <a:t>Criar um algoritmo que leia o nome do elefante, tamanho e quais serviços serão realizados.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ct val="70000"/>
              <a:buChar char="🞭"/>
            </a:pPr>
            <a:r>
              <a:rPr lang="pt-BR"/>
              <a:t>Porte ( Pequeno, Grande e Enorme )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ct val="70000"/>
              <a:buChar char="🞭"/>
            </a:pPr>
            <a:r>
              <a:rPr lang="pt-BR"/>
              <a:t>Serviços (Tosa, Banho, Unha, Cabelo e  Rabo)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ct val="70000"/>
              <a:buChar char="🞭"/>
            </a:pPr>
            <a:r>
              <a:rPr lang="pt-BR"/>
              <a:t>Valores: Pequeno 100,00 - Grande 150,00 e Enorme 250,00.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ct val="70000"/>
              <a:buChar char="🞭"/>
            </a:pPr>
            <a:r>
              <a:rPr lang="pt-BR"/>
              <a:t>Serviços: Tosa 105,00 – Banho 110,00 - Unha 120,00 - Cabelo 130,00 e  Rabo 140,00</a:t>
            </a:r>
            <a:endParaRPr/>
          </a:p>
          <a:p>
            <a:pPr indent="-254000" lvl="0" marL="342900" rtl="0" algn="l">
              <a:spcBef>
                <a:spcPts val="400"/>
              </a:spcBef>
              <a:spcAft>
                <a:spcPts val="0"/>
              </a:spcAft>
              <a:buSzPct val="7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ct val="70000"/>
              <a:buChar char="🞭"/>
            </a:pPr>
            <a:r>
              <a:rPr lang="pt-BR"/>
              <a:t>Imprimir na tela para o usuário</a:t>
            </a:r>
            <a:endParaRPr/>
          </a:p>
          <a:p>
            <a:pPr indent="-254000" lvl="0" marL="342900" rtl="0" algn="l">
              <a:spcBef>
                <a:spcPts val="400"/>
              </a:spcBef>
              <a:spcAft>
                <a:spcPts val="0"/>
              </a:spcAft>
              <a:buSzPct val="7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ct val="70000"/>
              <a:buChar char="🞭"/>
            </a:pPr>
            <a:r>
              <a:rPr lang="pt-BR"/>
              <a:t>Valor por Tamanho: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ct val="70000"/>
              <a:buChar char="🞭"/>
            </a:pPr>
            <a:r>
              <a:rPr lang="pt-BR"/>
              <a:t>Valor dos serviços: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ct val="70000"/>
              <a:buChar char="🞭"/>
            </a:pPr>
            <a:r>
              <a:rPr lang="pt-BR"/>
              <a:t>Valor total: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ct val="70000"/>
              <a:buChar char="🞭"/>
            </a:pPr>
            <a:r>
              <a:rPr lang="pt-BR"/>
              <a:t>Gorjeta (10%):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ct val="70000"/>
              <a:buChar char="🞭"/>
            </a:pPr>
            <a:r>
              <a:rPr lang="pt-BR"/>
              <a:t>Total:</a:t>
            </a:r>
            <a:endParaRPr/>
          </a:p>
        </p:txBody>
      </p:sp>
      <p:pic>
        <p:nvPicPr>
          <p:cNvPr descr="elefante feliz tamoji.jpg" id="355" name="Google Shape;355;g360c9fefca3_0_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0072" y="3284984"/>
            <a:ext cx="3200400" cy="32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66986a6c69_7_0"/>
          <p:cNvSpPr txBox="1"/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24137"/>
              <a:buFont typeface="Libre Franklin Medium"/>
              <a:buNone/>
            </a:pPr>
            <a:r>
              <a:rPr lang="pt-BR"/>
              <a:t>EXERCÍCIO 16 – </a:t>
            </a:r>
            <a:r>
              <a:rPr b="1" lang="pt-BR" sz="2900"/>
              <a:t>HOMEM E MULHER MAIS VELHOS</a:t>
            </a:r>
            <a:endParaRPr b="1" sz="2900"/>
          </a:p>
        </p:txBody>
      </p:sp>
      <p:sp>
        <p:nvSpPr>
          <p:cNvPr id="361" name="Google Shape;361;g366986a6c69_7_0"/>
          <p:cNvSpPr txBox="1"/>
          <p:nvPr>
            <p:ph idx="1" type="body"/>
          </p:nvPr>
        </p:nvSpPr>
        <p:spPr>
          <a:xfrm>
            <a:off x="179512" y="1412776"/>
            <a:ext cx="8686800" cy="46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🞭"/>
            </a:pPr>
            <a:r>
              <a:rPr lang="pt-BR"/>
              <a:t>Criar um algoritmo que leia o nome da pessoa, o sexo e sua idade.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🞭"/>
            </a:pPr>
            <a:r>
              <a:rPr lang="pt-BR"/>
              <a:t>Imprimir na tela para o usuário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🞭"/>
            </a:pPr>
            <a:r>
              <a:rPr lang="pt-BR"/>
              <a:t>O nome e idade do homem mais velho.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🞭"/>
            </a:pPr>
            <a:r>
              <a:rPr lang="pt-BR"/>
              <a:t>O nome e idade da mulher mais velha.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🞭"/>
            </a:pPr>
            <a:r>
              <a:rPr lang="pt-BR"/>
              <a:t>A soma de todas as idades digitadas.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rPr lang="pt-BR" sz="2400"/>
              <a:t>O programa termina quando nome for igual a “fim”</a:t>
            </a:r>
            <a:endParaRPr/>
          </a:p>
        </p:txBody>
      </p:sp>
      <p:pic>
        <p:nvPicPr>
          <p:cNvPr descr="Vetores e ilustrações de Homem idoso para download gratuito | Freepik" id="362" name="Google Shape;362;g366986a6c69_7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76401" y="2023676"/>
            <a:ext cx="2189900" cy="131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679b6db2cb_3_92"/>
          <p:cNvSpPr txBox="1"/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Libre Franklin Medium"/>
              <a:buNone/>
            </a:pPr>
            <a:r>
              <a:rPr lang="pt-BR"/>
              <a:t>EXERCÍCIO 17 – </a:t>
            </a:r>
            <a:r>
              <a:rPr b="1" lang="pt-BR" sz="2900"/>
              <a:t>TIMES DE FUTEBOL</a:t>
            </a:r>
            <a:endParaRPr b="1" sz="2900"/>
          </a:p>
        </p:txBody>
      </p:sp>
      <p:sp>
        <p:nvSpPr>
          <p:cNvPr id="368" name="Google Shape;368;g3679b6db2cb_3_92"/>
          <p:cNvSpPr txBox="1"/>
          <p:nvPr>
            <p:ph idx="1" type="body"/>
          </p:nvPr>
        </p:nvSpPr>
        <p:spPr>
          <a:xfrm>
            <a:off x="179512" y="1412776"/>
            <a:ext cx="8686800" cy="46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ct val="70000"/>
              <a:buChar char="🞭"/>
            </a:pPr>
            <a:r>
              <a:rPr lang="pt-BR"/>
              <a:t>Criar um algoritmo que leia o nome do time e a quantidade de Gols feitos.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SzPct val="7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SzPct val="70000"/>
              <a:buChar char="🞭"/>
            </a:pPr>
            <a:r>
              <a:rPr lang="pt-BR"/>
              <a:t>Imprimir na tela para o usuário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SzPct val="70000"/>
              <a:buChar char="🞭"/>
            </a:pPr>
            <a:r>
              <a:rPr lang="pt-BR"/>
              <a:t>O time em primeiro lugar.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SzPct val="70000"/>
              <a:buChar char="🞭"/>
            </a:pPr>
            <a:r>
              <a:rPr lang="pt-BR"/>
              <a:t>O time em segundo lugar.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SzPct val="70000"/>
              <a:buChar char="🞭"/>
            </a:pPr>
            <a:r>
              <a:rPr lang="pt-BR"/>
              <a:t>A soma de Gols feitos por todos os times.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SzPct val="70000"/>
              <a:buChar char="🞭"/>
            </a:pPr>
            <a:r>
              <a:rPr lang="pt-BR"/>
              <a:t>A média de gols feitos por todos os times.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SzPct val="70000"/>
              <a:buChar char="🞭"/>
            </a:pPr>
            <a:r>
              <a:rPr lang="pt-BR"/>
              <a:t>Imprimir a situação da média de Gols de todos os times: Menor que 10 ( ruim ), entre 10 e 19 ( boa ) e acima de 19 ( ótima ).</a:t>
            </a:r>
            <a:endParaRPr/>
          </a:p>
          <a:p>
            <a:pPr indent="-342900" lvl="0" marL="342900" rtl="0" algn="l">
              <a:spcBef>
                <a:spcPts val="372"/>
              </a:spcBef>
              <a:spcAft>
                <a:spcPts val="0"/>
              </a:spcAft>
              <a:buSzPct val="700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372"/>
              </a:spcBef>
              <a:spcAft>
                <a:spcPts val="0"/>
              </a:spcAft>
              <a:buSzPct val="70000"/>
              <a:buNone/>
            </a:pPr>
            <a:r>
              <a:rPr lang="pt-BR" sz="2400"/>
              <a:t>O programa termina quando nome for igual a “fim”.</a:t>
            </a:r>
            <a:endParaRPr/>
          </a:p>
        </p:txBody>
      </p:sp>
      <p:sp>
        <p:nvSpPr>
          <p:cNvPr descr="Desenho de menino bonito jogando futebol | Vetor Premium | Desenho de  menina bonita, Desenho de menino, Desenho animado infantil" id="369" name="Google Shape;369;g3679b6db2cb_3_92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descr="Desenho de menino bonito jogando futebol | Vetor Premium | Desenho de  menina bonita, Desenho de menino, Desenho animado infantil" id="370" name="Google Shape;370;g3679b6db2cb_3_92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descr="Desenho de menino bonito jogando futebol | Vetor Premium | Desenho de  menina bonita, Desenho de menino, Desenho animado infantil" id="371" name="Google Shape;371;g3679b6db2cb_3_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2060848"/>
            <a:ext cx="1872208" cy="18722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679b6db2cb_3_0"/>
          <p:cNvSpPr txBox="1"/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Libre Franklin Medium"/>
              <a:buNone/>
            </a:pPr>
            <a:r>
              <a:rPr lang="pt-BR"/>
              <a:t>EXERCÍCIO 18 – </a:t>
            </a:r>
            <a:r>
              <a:rPr b="1" lang="pt-BR" sz="2900"/>
              <a:t>FINANCIAMENTO</a:t>
            </a:r>
            <a:endParaRPr b="1" sz="2900"/>
          </a:p>
        </p:txBody>
      </p:sp>
      <p:sp>
        <p:nvSpPr>
          <p:cNvPr id="377" name="Google Shape;377;g3679b6db2cb_3_0"/>
          <p:cNvSpPr txBox="1"/>
          <p:nvPr>
            <p:ph idx="1" type="body"/>
          </p:nvPr>
        </p:nvSpPr>
        <p:spPr>
          <a:xfrm>
            <a:off x="179512" y="1412776"/>
            <a:ext cx="8686800" cy="46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ct val="70000"/>
              <a:buChar char="🞭"/>
            </a:pPr>
            <a:r>
              <a:rPr lang="pt-BR"/>
              <a:t>Criar um algoritmo que leia o valor de um carro, a porcentagem de lucro e quantas vezes deseja dividir ?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ct val="7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ct val="70000"/>
              <a:buChar char="🞭"/>
            </a:pPr>
            <a:r>
              <a:rPr lang="pt-BR"/>
              <a:t>Imprimir na tela para o usuário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ct val="70000"/>
              <a:buChar char="🞭"/>
            </a:pPr>
            <a:r>
              <a:rPr lang="pt-BR"/>
              <a:t>Valor do lucro: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ct val="70000"/>
              <a:buChar char="🞭"/>
            </a:pPr>
            <a:r>
              <a:rPr lang="pt-BR"/>
              <a:t>Preço total com lucro: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ct val="70000"/>
              <a:buChar char="🞭"/>
            </a:pPr>
            <a:r>
              <a:rPr lang="pt-BR"/>
              <a:t>Parcela por mês.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ct val="70000"/>
              <a:buChar char="🞭"/>
            </a:pPr>
            <a:r>
              <a:rPr lang="pt-BR"/>
              <a:t>Valor Total com Juros: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ct val="700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312"/>
              </a:spcBef>
              <a:spcAft>
                <a:spcPts val="0"/>
              </a:spcAft>
              <a:buSzPct val="70000"/>
              <a:buNone/>
            </a:pPr>
            <a:r>
              <a:rPr lang="pt-BR" sz="2500"/>
              <a:t>2 x 0.536412616967654</a:t>
            </a:r>
            <a:endParaRPr/>
          </a:p>
          <a:p>
            <a:pPr indent="-342900" lvl="0" marL="342900" rtl="0" algn="l">
              <a:spcBef>
                <a:spcPts val="312"/>
              </a:spcBef>
              <a:spcAft>
                <a:spcPts val="0"/>
              </a:spcAft>
              <a:buSzPct val="70000"/>
              <a:buNone/>
            </a:pPr>
            <a:r>
              <a:rPr lang="pt-BR" sz="2500"/>
              <a:t>3 x 0.365517074106242</a:t>
            </a:r>
            <a:endParaRPr/>
          </a:p>
          <a:p>
            <a:pPr indent="-342900" lvl="0" marL="342900" rtl="0" algn="l">
              <a:spcBef>
                <a:spcPts val="312"/>
              </a:spcBef>
              <a:spcAft>
                <a:spcPts val="0"/>
              </a:spcAft>
              <a:buSzPct val="70000"/>
              <a:buNone/>
            </a:pPr>
            <a:r>
              <a:rPr lang="pt-BR" sz="2500"/>
              <a:t>4 x 0.280159443141692</a:t>
            </a:r>
            <a:endParaRPr/>
          </a:p>
          <a:p>
            <a:pPr indent="-342900" lvl="0" marL="342900" rtl="0" algn="l">
              <a:spcBef>
                <a:spcPts val="312"/>
              </a:spcBef>
              <a:spcAft>
                <a:spcPts val="0"/>
              </a:spcAft>
              <a:buSzPct val="70000"/>
              <a:buNone/>
            </a:pPr>
            <a:r>
              <a:rPr lang="pt-BR" sz="2500"/>
              <a:t>5 x 0.229017159132115</a:t>
            </a:r>
            <a:endParaRPr/>
          </a:p>
          <a:p>
            <a:pPr indent="-342900" lvl="0" marL="342900" rtl="0" algn="l">
              <a:spcBef>
                <a:spcPts val="312"/>
              </a:spcBef>
              <a:spcAft>
                <a:spcPts val="0"/>
              </a:spcAft>
              <a:buSzPct val="70000"/>
              <a:buNone/>
            </a:pPr>
            <a:r>
              <a:t/>
            </a:r>
            <a:endParaRPr sz="2500"/>
          </a:p>
          <a:p>
            <a:pPr indent="-342900" lvl="0" marL="342900" rtl="0" algn="l">
              <a:spcBef>
                <a:spcPts val="312"/>
              </a:spcBef>
              <a:spcAft>
                <a:spcPts val="0"/>
              </a:spcAft>
              <a:buSzPct val="70000"/>
              <a:buNone/>
            </a:pPr>
            <a:r>
              <a:rPr lang="pt-BR" sz="2500"/>
              <a:t>Caso a pessoa opte por parcelamento fora da faixa escreva na tela: </a:t>
            </a:r>
            <a:endParaRPr/>
          </a:p>
          <a:p>
            <a:pPr indent="-342900" lvl="0" marL="342900" rtl="0" algn="l">
              <a:spcBef>
                <a:spcPts val="325"/>
              </a:spcBef>
              <a:spcAft>
                <a:spcPts val="0"/>
              </a:spcAft>
              <a:buSzPct val="70000"/>
              <a:buNone/>
            </a:pPr>
            <a:r>
              <a:t/>
            </a:r>
            <a:endParaRPr sz="2600"/>
          </a:p>
          <a:p>
            <a:pPr indent="-342900" lvl="0" marL="342900" rtl="0" algn="l">
              <a:spcBef>
                <a:spcPts val="325"/>
              </a:spcBef>
              <a:spcAft>
                <a:spcPts val="0"/>
              </a:spcAft>
              <a:buSzPct val="70000"/>
              <a:buNone/>
            </a:pPr>
            <a:r>
              <a:rPr lang="pt-BR" sz="2600"/>
              <a:t>“Desculpe-nos, impossível parcelar!”</a:t>
            </a:r>
            <a:endParaRPr/>
          </a:p>
        </p:txBody>
      </p:sp>
      <p:sp>
        <p:nvSpPr>
          <p:cNvPr descr="Desenho de menino bonito jogando futebol | Vetor Premium | Desenho de  menina bonita, Desenho de menino, Desenho animado infantil" id="378" name="Google Shape;378;g3679b6db2cb_3_0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descr="Desenho de menino bonito jogando futebol | Vetor Premium | Desenho de  menina bonita, Desenho de menino, Desenho animado infantil" id="379" name="Google Shape;379;g3679b6db2cb_3_0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descr="A inflação, os juros e o seu bolso - Meu Bolso em Dia" id="380" name="Google Shape;380;g3679b6db2cb_3_0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descr="A inflação, os juros e o seu bolso - Meu Bolso em Dia" id="381" name="Google Shape;381;g3679b6db2cb_3_0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descr="A inflação, os juros e o seu bolso - Meu Bolso em Dia" id="382" name="Google Shape;382;g3679b6db2cb_3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99992" y="2636912"/>
            <a:ext cx="4239795" cy="23848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686e68a3cf_2_0"/>
          <p:cNvSpPr txBox="1"/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63636"/>
              <a:buFont typeface="Libre Franklin Medium"/>
              <a:buNone/>
            </a:pPr>
            <a:r>
              <a:rPr lang="pt-BR"/>
              <a:t>EXERCÍCIO 19 – </a:t>
            </a:r>
            <a:r>
              <a:rPr lang="pt-BR" sz="2200"/>
              <a:t>SISTEMA DE CÁLCULO DE MÉDIA PONDERADA (MP)</a:t>
            </a:r>
            <a:endParaRPr b="1" sz="2200"/>
          </a:p>
        </p:txBody>
      </p:sp>
      <p:sp>
        <p:nvSpPr>
          <p:cNvPr id="388" name="Google Shape;388;g3686e68a3cf_2_0"/>
          <p:cNvSpPr txBox="1"/>
          <p:nvPr>
            <p:ph idx="1" type="body"/>
          </p:nvPr>
        </p:nvSpPr>
        <p:spPr>
          <a:xfrm>
            <a:off x="179512" y="1412776"/>
            <a:ext cx="8686800" cy="38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🞭"/>
            </a:pPr>
            <a:r>
              <a:rPr lang="pt-BR"/>
              <a:t>Criar um algoritmo que leia o valor das notas de: Redação, matemática e conhecimentos gerais. E leia também qual é o peso de cada uma das notas.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🞭"/>
            </a:pPr>
            <a:r>
              <a:rPr lang="pt-BR"/>
              <a:t>Imprimir na tela para o usuário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rPr lang="pt-BR" sz="2400"/>
              <a:t>O Resultado conforme a média ponderada.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520"/>
              </a:spcBef>
              <a:spcAft>
                <a:spcPts val="0"/>
              </a:spcAft>
              <a:buSzPts val="1820"/>
              <a:buNone/>
            </a:pPr>
            <a:r>
              <a:t/>
            </a:r>
            <a:endParaRPr sz="2600"/>
          </a:p>
        </p:txBody>
      </p:sp>
      <p:sp>
        <p:nvSpPr>
          <p:cNvPr descr="Desenho de menino bonito jogando futebol | Vetor Premium | Desenho de  menina bonita, Desenho de menino, Desenho animado infantil" id="389" name="Google Shape;389;g3686e68a3cf_2_0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descr="Desenho de menino bonito jogando futebol | Vetor Premium | Desenho de  menina bonita, Desenho de menino, Desenho animado infantil" id="390" name="Google Shape;390;g3686e68a3cf_2_0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descr="A inflação, os juros e o seu bolso - Meu Bolso em Dia" id="391" name="Google Shape;391;g3686e68a3cf_2_0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descr="A inflação, os juros e o seu bolso - Meu Bolso em Dia" id="392" name="Google Shape;392;g3686e68a3cf_2_0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393" name="Google Shape;393;g3686e68a3cf_2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5536" y="5229200"/>
            <a:ext cx="6294960" cy="11521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6948362851_0_0"/>
          <p:cNvSpPr txBox="1"/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63636"/>
              <a:buFont typeface="Libre Franklin Medium"/>
              <a:buNone/>
            </a:pPr>
            <a:r>
              <a:rPr lang="pt-BR"/>
              <a:t>EXERCÍCIO 20 – AGÊNCIA DE VIAGENS</a:t>
            </a:r>
            <a:endParaRPr b="1" sz="2200"/>
          </a:p>
        </p:txBody>
      </p:sp>
      <p:sp>
        <p:nvSpPr>
          <p:cNvPr id="399" name="Google Shape;399;g36948362851_0_0"/>
          <p:cNvSpPr txBox="1"/>
          <p:nvPr>
            <p:ph idx="1" type="body"/>
          </p:nvPr>
        </p:nvSpPr>
        <p:spPr>
          <a:xfrm>
            <a:off x="179512" y="1412776"/>
            <a:ext cx="8686800" cy="38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32232" lvl="0" marL="342900" rtl="0" algn="l">
              <a:spcBef>
                <a:spcPts val="0"/>
              </a:spcBef>
              <a:spcAft>
                <a:spcPts val="0"/>
              </a:spcAft>
              <a:buSzPct val="70000"/>
              <a:buChar char="🞭"/>
            </a:pPr>
            <a:r>
              <a:rPr lang="pt-BR"/>
              <a:t>Criar um algoritmo que leia através de um menu, um dos 5 destinos no Brasil ou no exterior. E à partir do local pergunte se a passagem aérea será somente de ida ou volta também e se deseja escolher uma hospedagem no local.</a:t>
            </a:r>
            <a:endParaRPr/>
          </a:p>
          <a:p>
            <a:pPr indent="-332232" lvl="0" marL="342900" rtl="0" algn="l">
              <a:spcBef>
                <a:spcPts val="592"/>
              </a:spcBef>
              <a:spcAft>
                <a:spcPts val="0"/>
              </a:spcAft>
              <a:buSzPct val="70000"/>
              <a:buChar char="🞭"/>
            </a:pPr>
            <a:r>
              <a:rPr lang="pt-BR"/>
              <a:t>Imprimir o valor total do pacote de viagem e se deseja dividir o valor, caso seja positivo, use a tabela de (2x,3x,4x e 5x) do exercício 18.</a:t>
            </a:r>
            <a:endParaRPr/>
          </a:p>
          <a:p>
            <a:pPr indent="-342900" lvl="0" marL="342900" rtl="0" algn="l">
              <a:spcBef>
                <a:spcPts val="444"/>
              </a:spcBef>
              <a:spcAft>
                <a:spcPts val="0"/>
              </a:spcAft>
              <a:buSzPct val="700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1"/>
              </a:spcBef>
              <a:spcAft>
                <a:spcPts val="0"/>
              </a:spcAft>
              <a:buSzPct val="70000"/>
              <a:buNone/>
            </a:pPr>
            <a:r>
              <a:t/>
            </a:r>
            <a:endParaRPr sz="2600"/>
          </a:p>
        </p:txBody>
      </p:sp>
      <p:sp>
        <p:nvSpPr>
          <p:cNvPr descr="Desenho de menino bonito jogando futebol | Vetor Premium | Desenho de  menina bonita, Desenho de menino, Desenho animado infantil" id="400" name="Google Shape;400;g36948362851_0_0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descr="Desenho de menino bonito jogando futebol | Vetor Premium | Desenho de  menina bonita, Desenho de menino, Desenho animado infantil" id="401" name="Google Shape;401;g36948362851_0_0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descr="A inflação, os juros e o seu bolso - Meu Bolso em Dia" id="402" name="Google Shape;402;g36948362851_0_0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descr="A inflação, os juros e o seu bolso - Meu Bolso em Dia" id="403" name="Google Shape;403;g36948362851_0_0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descr="Ilustração pequeno planeta, viajar, viajar, desenho animado, viajando,  fotografia conservada em estoque png | PNGWing" id="404" name="Google Shape;404;g36948362851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78518" y="5229198"/>
            <a:ext cx="1377408" cy="151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627718ef54_3_0"/>
          <p:cNvSpPr txBox="1"/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Libre Franklin Medium"/>
              <a:buNone/>
            </a:pPr>
            <a:r>
              <a:rPr lang="pt-BR"/>
              <a:t>EXERCÍCIO 21 – SUPERMERCADO</a:t>
            </a:r>
            <a:endParaRPr b="1" sz="2200"/>
          </a:p>
        </p:txBody>
      </p:sp>
      <p:sp>
        <p:nvSpPr>
          <p:cNvPr id="410" name="Google Shape;410;g3627718ef54_3_0"/>
          <p:cNvSpPr txBox="1"/>
          <p:nvPr>
            <p:ph idx="1" type="body"/>
          </p:nvPr>
        </p:nvSpPr>
        <p:spPr>
          <a:xfrm>
            <a:off x="179512" y="1412776"/>
            <a:ext cx="8686800" cy="52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32232" lvl="0" marL="342900" rtl="0" algn="l">
              <a:spcBef>
                <a:spcPts val="0"/>
              </a:spcBef>
              <a:spcAft>
                <a:spcPts val="0"/>
              </a:spcAft>
              <a:buSzPct val="70000"/>
              <a:buChar char="🞭"/>
            </a:pPr>
            <a:r>
              <a:rPr lang="pt-BR"/>
              <a:t>Criar um algoritmo que leia através de um menu, um dos 6 produtos:</a:t>
            </a:r>
            <a:endParaRPr/>
          </a:p>
          <a:p>
            <a:pPr indent="-332232" lvl="0" marL="342900" rtl="0" algn="l">
              <a:spcBef>
                <a:spcPts val="496"/>
              </a:spcBef>
              <a:spcAft>
                <a:spcPts val="0"/>
              </a:spcAft>
              <a:buSzPct val="70000"/>
              <a:buChar char="🞭"/>
            </a:pPr>
            <a:r>
              <a:rPr lang="pt-BR"/>
              <a:t>1 - Aparador de barba</a:t>
            </a:r>
            <a:br>
              <a:rPr lang="pt-BR"/>
            </a:br>
            <a:r>
              <a:rPr lang="pt-BR"/>
              <a:t>2 - Batedor de prego</a:t>
            </a:r>
            <a:br>
              <a:rPr lang="pt-BR"/>
            </a:br>
            <a:r>
              <a:rPr lang="pt-BR"/>
              <a:t>3 - Abridor de cachaça</a:t>
            </a:r>
            <a:br>
              <a:rPr lang="pt-BR"/>
            </a:br>
            <a:r>
              <a:rPr lang="pt-BR"/>
              <a:t>4 - Queijo paulista</a:t>
            </a:r>
            <a:br>
              <a:rPr lang="pt-BR"/>
            </a:br>
            <a:r>
              <a:rPr lang="pt-BR"/>
              <a:t>5 - Jaqueta polo</a:t>
            </a:r>
            <a:br>
              <a:rPr lang="pt-BR"/>
            </a:br>
            <a:r>
              <a:rPr lang="pt-BR"/>
              <a:t>6 - Chá de garrafa</a:t>
            </a:r>
            <a:endParaRPr/>
          </a:p>
          <a:p>
            <a:pPr indent="-332232" lvl="0" marL="342900" rtl="0" algn="l">
              <a:spcBef>
                <a:spcPts val="496"/>
              </a:spcBef>
              <a:spcAft>
                <a:spcPts val="0"/>
              </a:spcAft>
              <a:buSzPct val="70000"/>
              <a:buChar char="🞭"/>
            </a:pPr>
            <a:r>
              <a:rPr lang="pt-BR"/>
              <a:t>7 - Sair</a:t>
            </a:r>
            <a:endParaRPr/>
          </a:p>
          <a:p>
            <a:pPr indent="-332232" lvl="0" marL="342900" rtl="0" algn="l">
              <a:spcBef>
                <a:spcPts val="496"/>
              </a:spcBef>
              <a:spcAft>
                <a:spcPts val="0"/>
              </a:spcAft>
              <a:buSzPct val="70000"/>
              <a:buChar char="🞭"/>
            </a:pPr>
            <a:r>
              <a:rPr lang="pt-BR"/>
              <a:t>Leia também a quantidade comprada pelo freguês.</a:t>
            </a:r>
            <a:endParaRPr/>
          </a:p>
          <a:p>
            <a:pPr indent="-232664" lvl="0" marL="342900" rtl="0" algn="l">
              <a:spcBef>
                <a:spcPts val="496"/>
              </a:spcBef>
              <a:spcAft>
                <a:spcPts val="0"/>
              </a:spcAft>
              <a:buSzPct val="70000"/>
              <a:buNone/>
            </a:pPr>
            <a:r>
              <a:t/>
            </a:r>
            <a:endParaRPr/>
          </a:p>
          <a:p>
            <a:pPr indent="-332232" lvl="0" marL="342900" rtl="0" algn="l">
              <a:spcBef>
                <a:spcPts val="496"/>
              </a:spcBef>
              <a:spcAft>
                <a:spcPts val="0"/>
              </a:spcAft>
              <a:buSzPct val="70000"/>
              <a:buChar char="🞭"/>
            </a:pPr>
            <a:r>
              <a:rPr lang="pt-BR"/>
              <a:t>Imprima na tela: o Valor total da compra e sempre mostre qual foi o último produto adquirido.</a:t>
            </a:r>
            <a:endParaRPr/>
          </a:p>
          <a:p>
            <a:pPr indent="-332232" lvl="0" marL="342900" rtl="0" algn="l">
              <a:spcBef>
                <a:spcPts val="496"/>
              </a:spcBef>
              <a:spcAft>
                <a:spcPts val="0"/>
              </a:spcAft>
              <a:buSzPct val="70000"/>
              <a:buChar char="🞭"/>
            </a:pPr>
            <a:r>
              <a:rPr lang="pt-BR"/>
              <a:t>O programa termina quando digitado o número 7 (usar o enquanto para a repetição).</a:t>
            </a:r>
            <a:endParaRPr/>
          </a:p>
          <a:p>
            <a:pPr indent="-342900" lvl="0" marL="342900" rtl="0" algn="l">
              <a:spcBef>
                <a:spcPts val="372"/>
              </a:spcBef>
              <a:spcAft>
                <a:spcPts val="0"/>
              </a:spcAft>
              <a:buSzPct val="700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03"/>
              </a:spcBef>
              <a:spcAft>
                <a:spcPts val="0"/>
              </a:spcAft>
              <a:buSzPct val="70000"/>
              <a:buNone/>
            </a:pPr>
            <a:r>
              <a:t/>
            </a:r>
            <a:endParaRPr sz="2600"/>
          </a:p>
        </p:txBody>
      </p:sp>
      <p:sp>
        <p:nvSpPr>
          <p:cNvPr descr="Desenho de menino bonito jogando futebol | Vetor Premium | Desenho de  menina bonita, Desenho de menino, Desenho animado infantil" id="411" name="Google Shape;411;g3627718ef54_3_0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descr="Desenho de menino bonito jogando futebol | Vetor Premium | Desenho de  menina bonita, Desenho de menino, Desenho animado infantil" id="412" name="Google Shape;412;g3627718ef54_3_0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descr="A inflação, os juros e o seu bolso - Meu Bolso em Dia" id="413" name="Google Shape;413;g3627718ef54_3_0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descr="A inflação, os juros e o seu bolso - Meu Bolso em Dia" id="414" name="Google Shape;414;g3627718ef54_3_0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descr="mulher feliz fazendo compras na ilustração dos desenhos animados do  supermercado 6511600 Vetor no Vecteezy" id="415" name="Google Shape;415;g3627718ef54_3_0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descr="mulher feliz fazendo compras na ilustração dos desenhos animados do  supermercado 6511600 Vetor no Vecteezy" id="416" name="Google Shape;416;g3627718ef54_3_0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descr="mulher feliz fazendo compras na ilustração dos desenhos animados do  supermercado 6511600 Vetor no Vecteezy" id="417" name="Google Shape;417;g3627718ef54_3_0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descr="mulher feliz fazendo compras na ilustração dos desenhos animados do  supermercado 6511600 Vetor no Vecteezy" id="418" name="Google Shape;418;g3627718ef54_3_0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descr="mulher feliz fazendo compras na ilustração dos desenhos animados do  supermercado 6511600 Vetor no Vecteezy" id="419" name="Google Shape;419;g3627718ef54_3_0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descr="mulher feliz fazendo compras na ilustração dos desenhos animados do  supermercado 6511600 Vetor no Vecteezy" id="420" name="Google Shape;420;g3627718ef54_3_0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descr="Desenhos animados de produtos de mercearia de supermercado | Vetor Premium  | Desenhos animados, Desenhos, Decimal" id="421" name="Google Shape;421;g3627718ef54_3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68148" y="1844825"/>
            <a:ext cx="1708675" cy="170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627718ef54_3_16"/>
          <p:cNvSpPr txBox="1"/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Libre Franklin Medium"/>
              <a:buNone/>
            </a:pPr>
            <a:r>
              <a:rPr lang="pt-BR"/>
              <a:t>EXERCÍCIO 22 – ELEIÇÕES</a:t>
            </a:r>
            <a:endParaRPr b="1" sz="2200"/>
          </a:p>
        </p:txBody>
      </p:sp>
      <p:sp>
        <p:nvSpPr>
          <p:cNvPr id="427" name="Google Shape;427;g3627718ef54_3_16"/>
          <p:cNvSpPr txBox="1"/>
          <p:nvPr>
            <p:ph idx="1" type="body"/>
          </p:nvPr>
        </p:nvSpPr>
        <p:spPr>
          <a:xfrm>
            <a:off x="179512" y="1412776"/>
            <a:ext cx="8686800" cy="52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🞭"/>
            </a:pPr>
            <a:r>
              <a:rPr lang="pt-BR"/>
              <a:t>Criar um algoritmo que leia o candidato escolhido entre 3 opções e imprima: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🞭"/>
            </a:pPr>
            <a:r>
              <a:rPr lang="pt-BR"/>
              <a:t>A porcentagem de votos de cada candidato.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🞭"/>
            </a:pPr>
            <a:r>
              <a:rPr lang="pt-BR"/>
              <a:t>O Total de votos válidos.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None/>
            </a:pPr>
            <a:r>
              <a:rPr lang="pt-BR"/>
              <a:t>Obs: Não deixar o eleitor escolher números que não sejam dos candidatos. Terminar o programa quando o voto for igual a 0.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520"/>
              </a:spcBef>
              <a:spcAft>
                <a:spcPts val="0"/>
              </a:spcAft>
              <a:buSzPts val="1820"/>
              <a:buNone/>
            </a:pPr>
            <a:r>
              <a:t/>
            </a:r>
            <a:endParaRPr sz="2600"/>
          </a:p>
        </p:txBody>
      </p:sp>
      <p:sp>
        <p:nvSpPr>
          <p:cNvPr descr="Desenho de menino bonito jogando futebol | Vetor Premium | Desenho de  menina bonita, Desenho de menino, Desenho animado infantil" id="428" name="Google Shape;428;g3627718ef54_3_16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descr="Desenho de menino bonito jogando futebol | Vetor Premium | Desenho de  menina bonita, Desenho de menino, Desenho animado infantil" id="429" name="Google Shape;429;g3627718ef54_3_16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descr="A inflação, os juros e o seu bolso - Meu Bolso em Dia" id="430" name="Google Shape;430;g3627718ef54_3_16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descr="A inflação, os juros e o seu bolso - Meu Bolso em Dia" id="431" name="Google Shape;431;g3627718ef54_3_16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descr="mulher feliz fazendo compras na ilustração dos desenhos animados do  supermercado 6511600 Vetor no Vecteezy" id="432" name="Google Shape;432;g3627718ef54_3_16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descr="mulher feliz fazendo compras na ilustração dos desenhos animados do  supermercado 6511600 Vetor no Vecteezy" id="433" name="Google Shape;433;g3627718ef54_3_16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descr="mulher feliz fazendo compras na ilustração dos desenhos animados do  supermercado 6511600 Vetor no Vecteezy" id="434" name="Google Shape;434;g3627718ef54_3_16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descr="mulher feliz fazendo compras na ilustração dos desenhos animados do  supermercado 6511600 Vetor no Vecteezy" id="435" name="Google Shape;435;g3627718ef54_3_16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descr="mulher feliz fazendo compras na ilustração dos desenhos animados do  supermercado 6511600 Vetor no Vecteezy" id="436" name="Google Shape;436;g3627718ef54_3_16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descr="mulher feliz fazendo compras na ilustração dos desenhos animados do  supermercado 6511600 Vetor no Vecteezy" id="437" name="Google Shape;437;g3627718ef54_3_16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descr="Urna eletrônica criada no Brasil é utilizada em vários países do mundo -  Assembleia Legislativa de Sergipe" id="438" name="Google Shape;438;g3627718ef54_3_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76251" y="116626"/>
            <a:ext cx="1618299" cy="109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627718ef54_3_114"/>
          <p:cNvSpPr txBox="1"/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Apostila pág. 65</a:t>
            </a:r>
            <a:endParaRPr/>
          </a:p>
        </p:txBody>
      </p:sp>
      <p:sp>
        <p:nvSpPr>
          <p:cNvPr id="444" name="Google Shape;444;g3627718ef54_3_114"/>
          <p:cNvSpPr txBox="1"/>
          <p:nvPr>
            <p:ph idx="1" type="body"/>
          </p:nvPr>
        </p:nvSpPr>
        <p:spPr>
          <a:xfrm>
            <a:off x="304800" y="1554162"/>
            <a:ext cx="86868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pt-BR"/>
              <a:t>Faça o exercício 1 da página 65 da apostila.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627718ef54_3_201"/>
          <p:cNvSpPr txBox="1"/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Apostila pág. 66</a:t>
            </a:r>
            <a:endParaRPr/>
          </a:p>
        </p:txBody>
      </p:sp>
      <p:sp>
        <p:nvSpPr>
          <p:cNvPr id="450" name="Google Shape;450;g3627718ef54_3_201"/>
          <p:cNvSpPr txBox="1"/>
          <p:nvPr>
            <p:ph idx="1" type="body"/>
          </p:nvPr>
        </p:nvSpPr>
        <p:spPr>
          <a:xfrm>
            <a:off x="304800" y="1554162"/>
            <a:ext cx="86868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pt-BR"/>
              <a:t>Faça o exercício 5 da página 66 da apostila.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627718ef54_3_288"/>
          <p:cNvSpPr txBox="1"/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Apostila pág. 68</a:t>
            </a:r>
            <a:endParaRPr/>
          </a:p>
        </p:txBody>
      </p:sp>
      <p:sp>
        <p:nvSpPr>
          <p:cNvPr id="456" name="Google Shape;456;g3627718ef54_3_288"/>
          <p:cNvSpPr txBox="1"/>
          <p:nvPr>
            <p:ph idx="1" type="body"/>
          </p:nvPr>
        </p:nvSpPr>
        <p:spPr>
          <a:xfrm>
            <a:off x="304800" y="1554162"/>
            <a:ext cx="86868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pt-BR"/>
              <a:t>Faça o programa exemplo da página 66 da apostila. ( Escolha-caso)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627718ef54_3_375"/>
          <p:cNvSpPr txBox="1"/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Apostila pág. 72</a:t>
            </a:r>
            <a:endParaRPr/>
          </a:p>
        </p:txBody>
      </p:sp>
      <p:sp>
        <p:nvSpPr>
          <p:cNvPr id="462" name="Google Shape;462;g3627718ef54_3_375"/>
          <p:cNvSpPr txBox="1"/>
          <p:nvPr>
            <p:ph idx="1" type="body"/>
          </p:nvPr>
        </p:nvSpPr>
        <p:spPr>
          <a:xfrm>
            <a:off x="304800" y="1554162"/>
            <a:ext cx="86868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pt-BR"/>
              <a:t>Faça o exercício 14 da página 72 da apostila.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628a5f0d86_0_0"/>
          <p:cNvSpPr txBox="1"/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Libre Franklin Medium"/>
              <a:buNone/>
            </a:pPr>
            <a:r>
              <a:rPr lang="pt-BR"/>
              <a:t>EXERCÍCIO 23 – PESO IDEAL</a:t>
            </a:r>
            <a:endParaRPr b="1" sz="2200"/>
          </a:p>
        </p:txBody>
      </p:sp>
      <p:sp>
        <p:nvSpPr>
          <p:cNvPr id="468" name="Google Shape;468;g3628a5f0d86_0_0"/>
          <p:cNvSpPr txBox="1"/>
          <p:nvPr>
            <p:ph idx="1" type="body"/>
          </p:nvPr>
        </p:nvSpPr>
        <p:spPr>
          <a:xfrm>
            <a:off x="179512" y="1412776"/>
            <a:ext cx="8686800" cy="52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🞭"/>
            </a:pPr>
            <a:r>
              <a:rPr lang="pt-BR"/>
              <a:t>Leia a altura e o sexo de uma pessoa, construa um algoritmo que calcule o peso ideal, utilizando as seguintes fórmulas: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🞭"/>
            </a:pPr>
            <a:r>
              <a:rPr lang="pt-BR"/>
              <a:t>Para homens: (72.7*h) – 58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🞭"/>
            </a:pPr>
            <a:r>
              <a:rPr lang="pt-BR"/>
              <a:t>Para mulheres: (62.1*h) – 44.7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None/>
            </a:pPr>
            <a:r>
              <a:rPr lang="pt-BR"/>
              <a:t>Onde h equivale a altura da pessoa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/>
          </a:p>
        </p:txBody>
      </p:sp>
      <p:sp>
        <p:nvSpPr>
          <p:cNvPr descr="Desenho de menino bonito jogando futebol | Vetor Premium | Desenho de  menina bonita, Desenho de menino, Desenho animado infantil" id="469" name="Google Shape;469;g3628a5f0d86_0_0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descr="Desenho de menino bonito jogando futebol | Vetor Premium | Desenho de  menina bonita, Desenho de menino, Desenho animado infantil" id="470" name="Google Shape;470;g3628a5f0d86_0_0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descr="A inflação, os juros e o seu bolso - Meu Bolso em Dia" id="471" name="Google Shape;471;g3628a5f0d86_0_0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descr="A inflação, os juros e o seu bolso - Meu Bolso em Dia" id="472" name="Google Shape;472;g3628a5f0d86_0_0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descr="mulher feliz fazendo compras na ilustração dos desenhos animados do  supermercado 6511600 Vetor no Vecteezy" id="473" name="Google Shape;473;g3628a5f0d86_0_0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descr="mulher feliz fazendo compras na ilustração dos desenhos animados do  supermercado 6511600 Vetor no Vecteezy" id="474" name="Google Shape;474;g3628a5f0d86_0_0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descr="mulher feliz fazendo compras na ilustração dos desenhos animados do  supermercado 6511600 Vetor no Vecteezy" id="475" name="Google Shape;475;g3628a5f0d86_0_0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descr="mulher feliz fazendo compras na ilustração dos desenhos animados do  supermercado 6511600 Vetor no Vecteezy" id="476" name="Google Shape;476;g3628a5f0d86_0_0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descr="mulher feliz fazendo compras na ilustração dos desenhos animados do  supermercado 6511600 Vetor no Vecteezy" id="477" name="Google Shape;477;g3628a5f0d86_0_0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descr="mulher feliz fazendo compras na ilustração dos desenhos animados do  supermercado 6511600 Vetor no Vecteezy" id="478" name="Google Shape;478;g3628a5f0d86_0_0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descr="Saiba qual é o peso ideal para cada altura - Hevilin Assis" id="479" name="Google Shape;479;g3628a5f0d86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04248" y="4509120"/>
            <a:ext cx="2060848" cy="2060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628a5f0d86_0_16"/>
          <p:cNvSpPr txBox="1"/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Libre Franklin Medium"/>
              <a:buNone/>
            </a:pPr>
            <a:r>
              <a:rPr lang="pt-BR"/>
              <a:t>EXERCÍCIO 24 – TRIÂNGULOS</a:t>
            </a:r>
            <a:endParaRPr b="1" sz="2200"/>
          </a:p>
        </p:txBody>
      </p:sp>
      <p:sp>
        <p:nvSpPr>
          <p:cNvPr id="485" name="Google Shape;485;g3628a5f0d86_0_16"/>
          <p:cNvSpPr txBox="1"/>
          <p:nvPr>
            <p:ph idx="1" type="body"/>
          </p:nvPr>
        </p:nvSpPr>
        <p:spPr>
          <a:xfrm>
            <a:off x="179512" y="1412776"/>
            <a:ext cx="8686800" cy="52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🞭"/>
            </a:pPr>
            <a:r>
              <a:rPr i="1" lang="pt-BR"/>
              <a:t>Escreva um algoritmo que leia três valores para os lados de um triângulo.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🞭"/>
            </a:pPr>
            <a:r>
              <a:rPr i="1" lang="pt-BR"/>
              <a:t>O algoritmo deve verificar se o triângulo é equilátero (todos os lados iguais)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🞭"/>
            </a:pPr>
            <a:r>
              <a:rPr i="1" lang="pt-BR"/>
              <a:t>Isósceles (dois os lados iguais)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🞭"/>
            </a:pPr>
            <a:r>
              <a:rPr i="1" lang="pt-BR"/>
              <a:t>Escaleno (todos os lados diferentes).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/>
          </a:p>
        </p:txBody>
      </p:sp>
      <p:sp>
        <p:nvSpPr>
          <p:cNvPr descr="Desenho de menino bonito jogando futebol | Vetor Premium | Desenho de  menina bonita, Desenho de menino, Desenho animado infantil" id="486" name="Google Shape;486;g3628a5f0d86_0_16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descr="Desenho de menino bonito jogando futebol | Vetor Premium | Desenho de  menina bonita, Desenho de menino, Desenho animado infantil" id="487" name="Google Shape;487;g3628a5f0d86_0_16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descr="A inflação, os juros e o seu bolso - Meu Bolso em Dia" id="488" name="Google Shape;488;g3628a5f0d86_0_16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descr="A inflação, os juros e o seu bolso - Meu Bolso em Dia" id="489" name="Google Shape;489;g3628a5f0d86_0_16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descr="mulher feliz fazendo compras na ilustração dos desenhos animados do  supermercado 6511600 Vetor no Vecteezy" id="490" name="Google Shape;490;g3628a5f0d86_0_16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descr="mulher feliz fazendo compras na ilustração dos desenhos animados do  supermercado 6511600 Vetor no Vecteezy" id="491" name="Google Shape;491;g3628a5f0d86_0_16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descr="mulher feliz fazendo compras na ilustração dos desenhos animados do  supermercado 6511600 Vetor no Vecteezy" id="492" name="Google Shape;492;g3628a5f0d86_0_16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descr="mulher feliz fazendo compras na ilustração dos desenhos animados do  supermercado 6511600 Vetor no Vecteezy" id="493" name="Google Shape;493;g3628a5f0d86_0_16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descr="mulher feliz fazendo compras na ilustração dos desenhos animados do  supermercado 6511600 Vetor no Vecteezy" id="494" name="Google Shape;494;g3628a5f0d86_0_16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descr="mulher feliz fazendo compras na ilustração dos desenhos animados do  supermercado 6511600 Vetor no Vecteezy" id="495" name="Google Shape;495;g3628a5f0d86_0_16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496" name="Google Shape;496;g3628a5f0d86_0_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0072" y="4869160"/>
            <a:ext cx="3667125" cy="167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628a5f0d86_0_32"/>
          <p:cNvSpPr txBox="1"/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Libre Franklin Medium"/>
              <a:buNone/>
            </a:pPr>
            <a:r>
              <a:rPr lang="pt-BR"/>
              <a:t>EXERCÍCIO 25 – SABÃO EM PÓ</a:t>
            </a:r>
            <a:endParaRPr b="1" sz="2200"/>
          </a:p>
        </p:txBody>
      </p:sp>
      <p:sp>
        <p:nvSpPr>
          <p:cNvPr id="502" name="Google Shape;502;g3628a5f0d86_0_32"/>
          <p:cNvSpPr txBox="1"/>
          <p:nvPr>
            <p:ph idx="1" type="body"/>
          </p:nvPr>
        </p:nvSpPr>
        <p:spPr>
          <a:xfrm>
            <a:off x="179512" y="1412776"/>
            <a:ext cx="8686800" cy="52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ct val="70000"/>
              <a:buChar char="🞭"/>
            </a:pPr>
            <a:r>
              <a:rPr i="1" lang="pt-BR"/>
              <a:t>Faça uma algoritmo que pesquise qual marca de sabão em pó preferido das donas de casa( homem ou mulher) e imprima:</a:t>
            </a:r>
            <a:endParaRPr/>
          </a:p>
          <a:p>
            <a:pPr indent="-211328" lvl="0" marL="342900" rtl="0" algn="l">
              <a:spcBef>
                <a:spcPts val="592"/>
              </a:spcBef>
              <a:spcAft>
                <a:spcPts val="0"/>
              </a:spcAft>
              <a:buSzPct val="70000"/>
              <a:buNone/>
            </a:pPr>
            <a:r>
              <a:t/>
            </a:r>
            <a:endParaRPr i="1"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SzPct val="70000"/>
              <a:buChar char="🞭"/>
            </a:pPr>
            <a:r>
              <a:rPr i="1" lang="pt-BR"/>
              <a:t>A porcentagem das pessoas que usam “Omo dupla ação”.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SzPct val="70000"/>
              <a:buChar char="🞭"/>
            </a:pPr>
            <a:r>
              <a:rPr i="1" lang="pt-BR"/>
              <a:t>A porcentagem de pessoas que usam “Tixan Ypé”.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SzPct val="70000"/>
              <a:buChar char="🞭"/>
            </a:pPr>
            <a:r>
              <a:rPr i="1" lang="pt-BR"/>
              <a:t>A porcentagem de pessoas que usam “Vanish”.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SzPct val="70000"/>
              <a:buNone/>
            </a:pPr>
            <a:r>
              <a:rPr i="1" lang="pt-BR"/>
              <a:t>OBS: Terminar o programa quando o número digitado for igual a 4.</a:t>
            </a:r>
            <a:endParaRPr/>
          </a:p>
          <a:p>
            <a:pPr indent="-211328" lvl="0" marL="342900" rtl="0" algn="l">
              <a:spcBef>
                <a:spcPts val="592"/>
              </a:spcBef>
              <a:spcAft>
                <a:spcPts val="0"/>
              </a:spcAft>
              <a:buSzPct val="70000"/>
              <a:buNone/>
            </a:pPr>
            <a:r>
              <a:t/>
            </a:r>
            <a:endParaRPr/>
          </a:p>
        </p:txBody>
      </p:sp>
      <p:sp>
        <p:nvSpPr>
          <p:cNvPr descr="Desenho de menino bonito jogando futebol | Vetor Premium | Desenho de  menina bonita, Desenho de menino, Desenho animado infantil" id="503" name="Google Shape;503;g3628a5f0d86_0_32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descr="Desenho de menino bonito jogando futebol | Vetor Premium | Desenho de  menina bonita, Desenho de menino, Desenho animado infantil" id="504" name="Google Shape;504;g3628a5f0d86_0_32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descr="A inflação, os juros e o seu bolso - Meu Bolso em Dia" id="505" name="Google Shape;505;g3628a5f0d86_0_32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descr="A inflação, os juros e o seu bolso - Meu Bolso em Dia" id="506" name="Google Shape;506;g3628a5f0d86_0_32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descr="mulher feliz fazendo compras na ilustração dos desenhos animados do  supermercado 6511600 Vetor no Vecteezy" id="507" name="Google Shape;507;g3628a5f0d86_0_32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descr="mulher feliz fazendo compras na ilustração dos desenhos animados do  supermercado 6511600 Vetor no Vecteezy" id="508" name="Google Shape;508;g3628a5f0d86_0_32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descr="mulher feliz fazendo compras na ilustração dos desenhos animados do  supermercado 6511600 Vetor no Vecteezy" id="509" name="Google Shape;509;g3628a5f0d86_0_32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descr="mulher feliz fazendo compras na ilustração dos desenhos animados do  supermercado 6511600 Vetor no Vecteezy" id="510" name="Google Shape;510;g3628a5f0d86_0_32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descr="mulher feliz fazendo compras na ilustração dos desenhos animados do  supermercado 6511600 Vetor no Vecteezy" id="511" name="Google Shape;511;g3628a5f0d86_0_32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descr="mulher feliz fazendo compras na ilustração dos desenhos animados do  supermercado 6511600 Vetor no Vecteezy" id="512" name="Google Shape;512;g3628a5f0d86_0_32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628a5f0d86_0_47"/>
          <p:cNvSpPr txBox="1"/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Libre Franklin Medium"/>
              <a:buNone/>
            </a:pPr>
            <a:r>
              <a:rPr lang="pt-BR"/>
              <a:t>EXERCÍCIO 26 – ESCOLAR</a:t>
            </a:r>
            <a:endParaRPr b="1" sz="2200"/>
          </a:p>
        </p:txBody>
      </p:sp>
      <p:sp>
        <p:nvSpPr>
          <p:cNvPr id="518" name="Google Shape;518;g3628a5f0d86_0_47"/>
          <p:cNvSpPr txBox="1"/>
          <p:nvPr>
            <p:ph idx="1" type="body"/>
          </p:nvPr>
        </p:nvSpPr>
        <p:spPr>
          <a:xfrm>
            <a:off x="179512" y="1412776"/>
            <a:ext cx="8686800" cy="52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🞭"/>
            </a:pPr>
            <a:r>
              <a:rPr lang="pt-BR"/>
              <a:t>Faça um algoritmo para ler quatro valores referentes a quatro notas escolares de um aluno e imprimir: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🞭"/>
            </a:pPr>
            <a:r>
              <a:rPr lang="pt-BR"/>
              <a:t>Uma mensagem dizendo que o aluno foi aprovado, se o valor da média escolar for maior ou igual a 5. Se o aluno não foi aprovado, indicar uma mensagem informando esta condição. Apresentar junto com uma das mensagens o valor da média do aluno para qualquer condição.</a:t>
            </a:r>
            <a:endParaRPr/>
          </a:p>
        </p:txBody>
      </p:sp>
      <p:sp>
        <p:nvSpPr>
          <p:cNvPr descr="Desenho de menino bonito jogando futebol | Vetor Premium | Desenho de  menina bonita, Desenho de menino, Desenho animado infantil" id="519" name="Google Shape;519;g3628a5f0d86_0_47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descr="Desenho de menino bonito jogando futebol | Vetor Premium | Desenho de  menina bonita, Desenho de menino, Desenho animado infantil" id="520" name="Google Shape;520;g3628a5f0d86_0_47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descr="A inflação, os juros e o seu bolso - Meu Bolso em Dia" id="521" name="Google Shape;521;g3628a5f0d86_0_47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descr="A inflação, os juros e o seu bolso - Meu Bolso em Dia" id="522" name="Google Shape;522;g3628a5f0d86_0_47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descr="mulher feliz fazendo compras na ilustração dos desenhos animados do  supermercado 6511600 Vetor no Vecteezy" id="523" name="Google Shape;523;g3628a5f0d86_0_47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descr="mulher feliz fazendo compras na ilustração dos desenhos animados do  supermercado 6511600 Vetor no Vecteezy" id="524" name="Google Shape;524;g3628a5f0d86_0_47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descr="mulher feliz fazendo compras na ilustração dos desenhos animados do  supermercado 6511600 Vetor no Vecteezy" id="525" name="Google Shape;525;g3628a5f0d86_0_47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descr="mulher feliz fazendo compras na ilustração dos desenhos animados do  supermercado 6511600 Vetor no Vecteezy" id="526" name="Google Shape;526;g3628a5f0d86_0_47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descr="mulher feliz fazendo compras na ilustração dos desenhos animados do  supermercado 6511600 Vetor no Vecteezy" id="527" name="Google Shape;527;g3628a5f0d86_0_47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descr="mulher feliz fazendo compras na ilustração dos desenhos animados do  supermercado 6511600 Vetor no Vecteezy" id="528" name="Google Shape;528;g3628a5f0d86_0_47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iagem">
  <a:themeElements>
    <a:clrScheme name="Viagem">
      <a:dk1>
        <a:srgbClr val="000000"/>
      </a:dk1>
      <a:lt1>
        <a:srgbClr val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Viagem">
  <a:themeElements>
    <a:clrScheme name="Viagem">
      <a:dk1>
        <a:srgbClr val="000000"/>
      </a:dk1>
      <a:lt1>
        <a:srgbClr val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Viagem">
  <a:themeElements>
    <a:clrScheme name="Viagem">
      <a:dk1>
        <a:srgbClr val="000000"/>
      </a:dk1>
      <a:lt1>
        <a:srgbClr val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2022-06-23T09:08:02Z</dcterms:created>
  <dc:creator>COTEMIG</dc:creator>
</cp:coreProperties>
</file>